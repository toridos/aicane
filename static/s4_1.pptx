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8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368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196313-6244-4AC2-BBC9-E4D51DA87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3DBBCD-BCC8-48D4-B391-EBC149D5A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4B37FC-8DF5-4BF7-8E07-29DDF14AA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5010-7B19-4816-A45E-E9D87A8A428A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E11165-127D-47FD-8948-10976922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035CE3-49A3-4F56-9E41-5E3B32A0F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01639-F901-47B3-A8D7-E6F3F69E7A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019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66657A-1B9B-424A-A9A2-59ABD71DD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238907-B84C-40C9-BB83-3E2C90C9B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B26999-FC4E-4F78-A4D4-43FFEB153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5010-7B19-4816-A45E-E9D87A8A428A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27515D-0300-4046-9927-D000AAC1D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877D10-BBB9-4B01-909F-5CC9C00C5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01639-F901-47B3-A8D7-E6F3F69E7A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586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A4D4CE-EAE5-48C8-9E20-CBE336E73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C443EE-FBF6-48F5-8D34-F6D2F62E8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578A15-6D82-43AF-BEB7-9AB8D8071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5010-7B19-4816-A45E-E9D87A8A428A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EB08F4-27E1-4B93-B6C4-1B7FBFF93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A8012-4DE4-42CF-9A0F-2010028A7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01639-F901-47B3-A8D7-E6F3F69E7A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018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E967BE-BE87-4187-B093-D4D75D2B9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1FE45B-ABB6-47F5-86F9-FFEC74B597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77B991-F3FD-4AAA-A506-695BD636C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9D79F5-95EB-4F3A-B0B2-8E4A67A1D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5010-7B19-4816-A45E-E9D87A8A428A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D80555-47A6-4300-8788-D8F2A3078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9E2CF8-3684-40B6-9910-D404247A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01639-F901-47B3-A8D7-E6F3F69E7A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762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3054F-E2D4-485B-98B6-835A60324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455A71-8E0B-47C8-B3B5-9EE4AB590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D8B5A9B-7333-4C84-85C1-52EF86217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447802F-0E13-440D-A805-F0F2C7B4A6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FF0343-685D-4932-8AE6-964E4EE58F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5E5F898-0902-4A58-AA81-16609B7B5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5010-7B19-4816-A45E-E9D87A8A428A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D19F7D2-7985-4AD5-A5E8-DD3FAAEB4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C5F33A6-C931-457E-9166-F23DB2115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01639-F901-47B3-A8D7-E6F3F69E7A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382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79441-59AF-48A2-BD42-F6ED146E5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F8F1B5-72D7-49F6-B909-1C7E9138D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5010-7B19-4816-A45E-E9D87A8A428A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4063AA-8AE3-4163-B47D-95F2BF032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D97BB0-59A1-44F8-89E6-8405DDD3A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01639-F901-47B3-A8D7-E6F3F69E7A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613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66C1948-2277-4497-B38E-9668ABEE9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5010-7B19-4816-A45E-E9D87A8A428A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F6F73FF-3EDA-4879-803D-3F1B2067E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9CA826-4FCD-4F06-A1D5-D78690C9D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01639-F901-47B3-A8D7-E6F3F69E7A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232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563198-8D95-4722-B5C3-7D2FC3922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699911-D08F-4D98-B6DF-4F159FCCF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9D3B8B-3E7C-44A0-8B8A-94CB5E972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C35E90-0EEC-4DEC-B323-115416992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5010-7B19-4816-A45E-E9D87A8A428A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E4587B-8406-497D-BCCB-F0878BA8D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94A204-3802-4FF6-9479-363E09FD5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01639-F901-47B3-A8D7-E6F3F69E7A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103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B807F-1D33-4817-A641-48EE0C374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734D8DD-D657-49BA-8FD3-7452554388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2C633A-7ABB-4E0E-B723-DBBAECB2F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41B939-5DBB-45F1-B47D-6582BE845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5010-7B19-4816-A45E-E9D87A8A428A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B81F39-9776-4DDF-ABF0-BC179255C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6AD042-6384-4BEC-8075-C5FF304A1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01639-F901-47B3-A8D7-E6F3F69E7A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0008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78D0E3-6C0A-4BB1-9FDB-5D370C5C8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ED1468-7937-4A10-BDA5-6E2D27407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7E4FEE-03E1-4D36-BD50-01764C3C0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5010-7B19-4816-A45E-E9D87A8A428A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AD8ADE-8D9B-49C2-B8D4-AFF076FE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A5B208-0F3F-469C-90FB-8EA1D736E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01639-F901-47B3-A8D7-E6F3F69E7A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770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3662CD-DBC0-4F20-8E82-6131F1F4B6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3F57B12-6893-47AB-BA46-858C2D315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790EEB-8B23-47A6-BA79-48725610E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5010-7B19-4816-A45E-E9D87A8A428A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EADA24-CE3B-4E3F-9479-FA1A85701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1549CE-E0F8-4D7F-9671-F3C577FB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01639-F901-47B3-A8D7-E6F3F69E7A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262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4B63C1-CBF2-4A76-A54C-7FAB9DD78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59BCAD-F018-4AF6-B17D-9282A38D5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9B7A49-DD43-481B-9E58-E7677DECB7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C5010-7B19-4816-A45E-E9D87A8A428A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F66E45-B6F4-45CA-A7DB-AA52F965AB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DF1FF9-EFB1-40F1-804F-0D8D4F8890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901639-F901-47B3-A8D7-E6F3F69E7A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0968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72D31FF-1BAE-4E96-A862-E1E3788F1E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1" t="29815" r="20533" b="36667"/>
          <a:stretch/>
        </p:blipFill>
        <p:spPr>
          <a:xfrm>
            <a:off x="349425" y="1346200"/>
            <a:ext cx="11493149" cy="3962400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34156DD-C87A-4B80-B217-083727643B4A}"/>
              </a:ext>
            </a:extLst>
          </p:cNvPr>
          <p:cNvCxnSpPr>
            <a:cxnSpLocks/>
          </p:cNvCxnSpPr>
          <p:nvPr/>
        </p:nvCxnSpPr>
        <p:spPr>
          <a:xfrm>
            <a:off x="1397000" y="2575560"/>
            <a:ext cx="0" cy="89979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E9CBA8F-CAD5-46A6-A0B8-7B0F039C2136}"/>
              </a:ext>
            </a:extLst>
          </p:cNvPr>
          <p:cNvCxnSpPr>
            <a:cxnSpLocks/>
          </p:cNvCxnSpPr>
          <p:nvPr/>
        </p:nvCxnSpPr>
        <p:spPr>
          <a:xfrm>
            <a:off x="1361440" y="2575560"/>
            <a:ext cx="120396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C1ED610-2799-4DA5-B9CD-48EE275AC581}"/>
              </a:ext>
            </a:extLst>
          </p:cNvPr>
          <p:cNvCxnSpPr>
            <a:cxnSpLocks/>
          </p:cNvCxnSpPr>
          <p:nvPr/>
        </p:nvCxnSpPr>
        <p:spPr>
          <a:xfrm>
            <a:off x="2565400" y="2512060"/>
            <a:ext cx="149225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97EB3E9-9A54-43A6-B647-9C3D28E953F5}"/>
              </a:ext>
            </a:extLst>
          </p:cNvPr>
          <p:cNvCxnSpPr>
            <a:cxnSpLocks/>
          </p:cNvCxnSpPr>
          <p:nvPr/>
        </p:nvCxnSpPr>
        <p:spPr>
          <a:xfrm>
            <a:off x="4057650" y="2503170"/>
            <a:ext cx="1568450" cy="88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B0A6EA2-ED0A-4FAB-AF5A-D9355F80B1E5}"/>
              </a:ext>
            </a:extLst>
          </p:cNvPr>
          <p:cNvCxnSpPr>
            <a:cxnSpLocks/>
          </p:cNvCxnSpPr>
          <p:nvPr/>
        </p:nvCxnSpPr>
        <p:spPr>
          <a:xfrm>
            <a:off x="2565400" y="2480310"/>
            <a:ext cx="0" cy="9486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64DA6414-8FAE-4C22-9500-06B1A21001E7}"/>
              </a:ext>
            </a:extLst>
          </p:cNvPr>
          <p:cNvCxnSpPr>
            <a:cxnSpLocks/>
          </p:cNvCxnSpPr>
          <p:nvPr/>
        </p:nvCxnSpPr>
        <p:spPr>
          <a:xfrm>
            <a:off x="4057650" y="2512060"/>
            <a:ext cx="0" cy="9486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8D83A0C-3CB5-4727-866F-C24F34E3F182}"/>
              </a:ext>
            </a:extLst>
          </p:cNvPr>
          <p:cNvCxnSpPr>
            <a:cxnSpLocks/>
          </p:cNvCxnSpPr>
          <p:nvPr/>
        </p:nvCxnSpPr>
        <p:spPr>
          <a:xfrm flipH="1">
            <a:off x="5629274" y="2493010"/>
            <a:ext cx="12700" cy="98678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4A888DC-1EA8-4D32-953B-4935B485B30F}"/>
              </a:ext>
            </a:extLst>
          </p:cNvPr>
          <p:cNvCxnSpPr>
            <a:cxnSpLocks/>
          </p:cNvCxnSpPr>
          <p:nvPr/>
        </p:nvCxnSpPr>
        <p:spPr>
          <a:xfrm>
            <a:off x="1397000" y="3439160"/>
            <a:ext cx="666751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1F9A6B29-3DD0-4404-9283-01178797C581}"/>
              </a:ext>
            </a:extLst>
          </p:cNvPr>
          <p:cNvCxnSpPr>
            <a:cxnSpLocks/>
          </p:cNvCxnSpPr>
          <p:nvPr/>
        </p:nvCxnSpPr>
        <p:spPr>
          <a:xfrm>
            <a:off x="3028949" y="3441700"/>
            <a:ext cx="457201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CB4E985-71B2-479F-83A7-911C35B33219}"/>
              </a:ext>
            </a:extLst>
          </p:cNvPr>
          <p:cNvCxnSpPr>
            <a:cxnSpLocks/>
          </p:cNvCxnSpPr>
          <p:nvPr/>
        </p:nvCxnSpPr>
        <p:spPr>
          <a:xfrm>
            <a:off x="3708399" y="3458210"/>
            <a:ext cx="368301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0AF5EE66-CDF5-4FFD-B4E7-3E9DC6FE81BC}"/>
              </a:ext>
            </a:extLst>
          </p:cNvPr>
          <p:cNvCxnSpPr>
            <a:cxnSpLocks/>
          </p:cNvCxnSpPr>
          <p:nvPr/>
        </p:nvCxnSpPr>
        <p:spPr>
          <a:xfrm>
            <a:off x="4403724" y="3445510"/>
            <a:ext cx="844551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B91BF4B3-24B3-4145-A35B-4F749B5AE500}"/>
              </a:ext>
            </a:extLst>
          </p:cNvPr>
          <p:cNvCxnSpPr>
            <a:cxnSpLocks/>
          </p:cNvCxnSpPr>
          <p:nvPr/>
        </p:nvCxnSpPr>
        <p:spPr>
          <a:xfrm>
            <a:off x="984250" y="4474210"/>
            <a:ext cx="461645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B69FD21D-7C51-4ABF-9AE2-51272CB5546A}"/>
              </a:ext>
            </a:extLst>
          </p:cNvPr>
          <p:cNvCxnSpPr>
            <a:cxnSpLocks/>
          </p:cNvCxnSpPr>
          <p:nvPr/>
        </p:nvCxnSpPr>
        <p:spPr>
          <a:xfrm>
            <a:off x="1016000" y="3728720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FEA2AE9F-62AF-48FD-A9C6-38D4FFBA24EA}"/>
              </a:ext>
            </a:extLst>
          </p:cNvPr>
          <p:cNvCxnSpPr>
            <a:cxnSpLocks/>
          </p:cNvCxnSpPr>
          <p:nvPr/>
        </p:nvCxnSpPr>
        <p:spPr>
          <a:xfrm>
            <a:off x="876300" y="3751580"/>
            <a:ext cx="69850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4618D1BA-9C68-4F54-B574-74E5492E9F60}"/>
              </a:ext>
            </a:extLst>
          </p:cNvPr>
          <p:cNvCxnSpPr>
            <a:cxnSpLocks/>
          </p:cNvCxnSpPr>
          <p:nvPr/>
        </p:nvCxnSpPr>
        <p:spPr>
          <a:xfrm>
            <a:off x="1714501" y="3751580"/>
            <a:ext cx="158749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32DB09EF-BB7F-4DBE-9611-93D355307C72}"/>
              </a:ext>
            </a:extLst>
          </p:cNvPr>
          <p:cNvCxnSpPr>
            <a:cxnSpLocks/>
          </p:cNvCxnSpPr>
          <p:nvPr/>
        </p:nvCxnSpPr>
        <p:spPr>
          <a:xfrm>
            <a:off x="2063751" y="3751580"/>
            <a:ext cx="158749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24B0DE21-3BA8-4EEB-9419-A12C23D4697E}"/>
              </a:ext>
            </a:extLst>
          </p:cNvPr>
          <p:cNvCxnSpPr>
            <a:cxnSpLocks/>
          </p:cNvCxnSpPr>
          <p:nvPr/>
        </p:nvCxnSpPr>
        <p:spPr>
          <a:xfrm>
            <a:off x="2406651" y="3751580"/>
            <a:ext cx="622298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00DF83AF-A043-4288-863B-54431DA6A310}"/>
              </a:ext>
            </a:extLst>
          </p:cNvPr>
          <p:cNvCxnSpPr>
            <a:cxnSpLocks/>
          </p:cNvCxnSpPr>
          <p:nvPr/>
        </p:nvCxnSpPr>
        <p:spPr>
          <a:xfrm>
            <a:off x="3200401" y="3763010"/>
            <a:ext cx="622298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AF81BEB9-8315-43C1-8EE5-9D98FA85DAA2}"/>
              </a:ext>
            </a:extLst>
          </p:cNvPr>
          <p:cNvCxnSpPr>
            <a:cxnSpLocks/>
          </p:cNvCxnSpPr>
          <p:nvPr/>
        </p:nvCxnSpPr>
        <p:spPr>
          <a:xfrm>
            <a:off x="3937001" y="3763010"/>
            <a:ext cx="711199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4FE26366-4911-49E1-B3DD-61E7C333897D}"/>
              </a:ext>
            </a:extLst>
          </p:cNvPr>
          <p:cNvCxnSpPr>
            <a:cxnSpLocks/>
          </p:cNvCxnSpPr>
          <p:nvPr/>
        </p:nvCxnSpPr>
        <p:spPr>
          <a:xfrm>
            <a:off x="5099051" y="3763010"/>
            <a:ext cx="514349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9E8C2E30-462B-4CB8-8D5D-13CA27DB8957}"/>
              </a:ext>
            </a:extLst>
          </p:cNvPr>
          <p:cNvCxnSpPr>
            <a:cxnSpLocks/>
          </p:cNvCxnSpPr>
          <p:nvPr/>
        </p:nvCxnSpPr>
        <p:spPr>
          <a:xfrm>
            <a:off x="5600700" y="3728720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7BF3B7A1-4241-4D4B-B609-933A64B081A3}"/>
              </a:ext>
            </a:extLst>
          </p:cNvPr>
          <p:cNvCxnSpPr>
            <a:cxnSpLocks/>
          </p:cNvCxnSpPr>
          <p:nvPr/>
        </p:nvCxnSpPr>
        <p:spPr>
          <a:xfrm>
            <a:off x="4854575" y="3751580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F2648E68-B2EC-42AE-A4AA-B4BEBC0CF333}"/>
              </a:ext>
            </a:extLst>
          </p:cNvPr>
          <p:cNvCxnSpPr>
            <a:cxnSpLocks/>
          </p:cNvCxnSpPr>
          <p:nvPr/>
        </p:nvCxnSpPr>
        <p:spPr>
          <a:xfrm>
            <a:off x="4076700" y="3763645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267F7AB1-45F0-4FEB-A550-6C5B49A4A9CD}"/>
              </a:ext>
            </a:extLst>
          </p:cNvPr>
          <p:cNvCxnSpPr>
            <a:cxnSpLocks/>
          </p:cNvCxnSpPr>
          <p:nvPr/>
        </p:nvCxnSpPr>
        <p:spPr>
          <a:xfrm>
            <a:off x="3311525" y="3728720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5978DD07-421F-40FA-AC1C-104A5CE190DA}"/>
              </a:ext>
            </a:extLst>
          </p:cNvPr>
          <p:cNvCxnSpPr>
            <a:cxnSpLocks/>
          </p:cNvCxnSpPr>
          <p:nvPr/>
        </p:nvCxnSpPr>
        <p:spPr>
          <a:xfrm>
            <a:off x="2565400" y="3763645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8DE8E3E4-D13C-4303-9655-4BF4D25ED830}"/>
              </a:ext>
            </a:extLst>
          </p:cNvPr>
          <p:cNvCxnSpPr>
            <a:cxnSpLocks/>
          </p:cNvCxnSpPr>
          <p:nvPr/>
        </p:nvCxnSpPr>
        <p:spPr>
          <a:xfrm>
            <a:off x="1806575" y="3763645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ED2C19A3-4228-4BFE-A2F8-45C8A3D971AA}"/>
              </a:ext>
            </a:extLst>
          </p:cNvPr>
          <p:cNvCxnSpPr>
            <a:cxnSpLocks/>
          </p:cNvCxnSpPr>
          <p:nvPr/>
        </p:nvCxnSpPr>
        <p:spPr>
          <a:xfrm>
            <a:off x="5600700" y="4030980"/>
            <a:ext cx="25400" cy="4660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4FF0A983-C647-4603-8F59-8BA37B7E7E05}"/>
              </a:ext>
            </a:extLst>
          </p:cNvPr>
          <p:cNvCxnSpPr>
            <a:cxnSpLocks/>
          </p:cNvCxnSpPr>
          <p:nvPr/>
        </p:nvCxnSpPr>
        <p:spPr>
          <a:xfrm>
            <a:off x="5581651" y="4030980"/>
            <a:ext cx="425449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0BE80280-508D-4667-A76D-AFCE3B1C8B8B}"/>
              </a:ext>
            </a:extLst>
          </p:cNvPr>
          <p:cNvCxnSpPr>
            <a:cxnSpLocks/>
          </p:cNvCxnSpPr>
          <p:nvPr/>
        </p:nvCxnSpPr>
        <p:spPr>
          <a:xfrm>
            <a:off x="6007100" y="4015105"/>
            <a:ext cx="0" cy="76136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F9D49B90-F5CA-457B-A00A-1B79B44790D3}"/>
              </a:ext>
            </a:extLst>
          </p:cNvPr>
          <p:cNvCxnSpPr>
            <a:cxnSpLocks/>
          </p:cNvCxnSpPr>
          <p:nvPr/>
        </p:nvCxnSpPr>
        <p:spPr>
          <a:xfrm>
            <a:off x="5975350" y="4776470"/>
            <a:ext cx="73025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39C70F2C-0BF1-4BF7-8497-DA84BEF76B96}"/>
              </a:ext>
            </a:extLst>
          </p:cNvPr>
          <p:cNvCxnSpPr>
            <a:cxnSpLocks/>
          </p:cNvCxnSpPr>
          <p:nvPr/>
        </p:nvCxnSpPr>
        <p:spPr>
          <a:xfrm>
            <a:off x="6692900" y="3763010"/>
            <a:ext cx="12700" cy="101346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3641A1FB-9671-46CB-9FFB-D26726E737C9}"/>
              </a:ext>
            </a:extLst>
          </p:cNvPr>
          <p:cNvCxnSpPr>
            <a:cxnSpLocks/>
          </p:cNvCxnSpPr>
          <p:nvPr/>
        </p:nvCxnSpPr>
        <p:spPr>
          <a:xfrm flipV="1">
            <a:off x="5600700" y="2733039"/>
            <a:ext cx="571500" cy="127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438E2594-CDF7-46A8-A3F3-C056745BCE4B}"/>
              </a:ext>
            </a:extLst>
          </p:cNvPr>
          <p:cNvCxnSpPr>
            <a:cxnSpLocks/>
          </p:cNvCxnSpPr>
          <p:nvPr/>
        </p:nvCxnSpPr>
        <p:spPr>
          <a:xfrm flipH="1">
            <a:off x="6622965" y="2493009"/>
            <a:ext cx="12700" cy="98678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08B70AF1-EA02-4F65-8844-A0983E11CE48}"/>
              </a:ext>
            </a:extLst>
          </p:cNvPr>
          <p:cNvCxnSpPr>
            <a:cxnSpLocks/>
          </p:cNvCxnSpPr>
          <p:nvPr/>
        </p:nvCxnSpPr>
        <p:spPr>
          <a:xfrm flipV="1">
            <a:off x="6599150" y="2503170"/>
            <a:ext cx="3929150" cy="2413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0525C35F-19AD-4521-95A6-4DF73BE49FB1}"/>
              </a:ext>
            </a:extLst>
          </p:cNvPr>
          <p:cNvCxnSpPr>
            <a:cxnSpLocks/>
          </p:cNvCxnSpPr>
          <p:nvPr/>
        </p:nvCxnSpPr>
        <p:spPr>
          <a:xfrm>
            <a:off x="7159624" y="3448048"/>
            <a:ext cx="844551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C6CAF672-97D3-477E-94CF-94F8BC2937D0}"/>
              </a:ext>
            </a:extLst>
          </p:cNvPr>
          <p:cNvCxnSpPr>
            <a:cxnSpLocks/>
          </p:cNvCxnSpPr>
          <p:nvPr/>
        </p:nvCxnSpPr>
        <p:spPr>
          <a:xfrm>
            <a:off x="6599150" y="3458210"/>
            <a:ext cx="23345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6733F9FB-4994-4409-9AFC-0F628CBC92AE}"/>
              </a:ext>
            </a:extLst>
          </p:cNvPr>
          <p:cNvCxnSpPr>
            <a:cxnSpLocks/>
          </p:cNvCxnSpPr>
          <p:nvPr/>
        </p:nvCxnSpPr>
        <p:spPr>
          <a:xfrm>
            <a:off x="8181974" y="3451858"/>
            <a:ext cx="523873" cy="635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01DE38F8-794E-4B99-A858-A17F871D12E8}"/>
              </a:ext>
            </a:extLst>
          </p:cNvPr>
          <p:cNvCxnSpPr>
            <a:cxnSpLocks/>
          </p:cNvCxnSpPr>
          <p:nvPr/>
        </p:nvCxnSpPr>
        <p:spPr>
          <a:xfrm>
            <a:off x="8918574" y="3461382"/>
            <a:ext cx="844551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632356FE-BD5B-42BE-8BE9-AD285E11308A}"/>
              </a:ext>
            </a:extLst>
          </p:cNvPr>
          <p:cNvCxnSpPr>
            <a:cxnSpLocks/>
          </p:cNvCxnSpPr>
          <p:nvPr/>
        </p:nvCxnSpPr>
        <p:spPr>
          <a:xfrm flipH="1">
            <a:off x="8245474" y="2507614"/>
            <a:ext cx="12700" cy="98678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94AFC92D-9326-467E-BB47-E3C289D2183A}"/>
              </a:ext>
            </a:extLst>
          </p:cNvPr>
          <p:cNvCxnSpPr>
            <a:cxnSpLocks/>
          </p:cNvCxnSpPr>
          <p:nvPr/>
        </p:nvCxnSpPr>
        <p:spPr>
          <a:xfrm flipH="1">
            <a:off x="9010560" y="2480310"/>
            <a:ext cx="12700" cy="98678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3F1ACA46-3BF0-44DC-8ACC-BAFC30550FA3}"/>
              </a:ext>
            </a:extLst>
          </p:cNvPr>
          <p:cNvCxnSpPr>
            <a:cxnSpLocks/>
          </p:cNvCxnSpPr>
          <p:nvPr/>
        </p:nvCxnSpPr>
        <p:spPr>
          <a:xfrm flipH="1">
            <a:off x="10925173" y="2575560"/>
            <a:ext cx="12700" cy="89979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A20450CE-4737-481A-8462-F16677C18959}"/>
              </a:ext>
            </a:extLst>
          </p:cNvPr>
          <p:cNvCxnSpPr>
            <a:cxnSpLocks/>
          </p:cNvCxnSpPr>
          <p:nvPr/>
        </p:nvCxnSpPr>
        <p:spPr>
          <a:xfrm flipV="1">
            <a:off x="10258424" y="3467099"/>
            <a:ext cx="352426" cy="63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3E1C8982-4738-4E83-A67D-28884E023D3C}"/>
              </a:ext>
            </a:extLst>
          </p:cNvPr>
          <p:cNvCxnSpPr>
            <a:cxnSpLocks/>
          </p:cNvCxnSpPr>
          <p:nvPr/>
        </p:nvCxnSpPr>
        <p:spPr>
          <a:xfrm>
            <a:off x="10517016" y="2490470"/>
            <a:ext cx="420857" cy="13843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05208183-F9E8-4B2F-8265-69B171E24BE5}"/>
              </a:ext>
            </a:extLst>
          </p:cNvPr>
          <p:cNvCxnSpPr>
            <a:cxnSpLocks/>
          </p:cNvCxnSpPr>
          <p:nvPr/>
        </p:nvCxnSpPr>
        <p:spPr>
          <a:xfrm>
            <a:off x="6670675" y="4491017"/>
            <a:ext cx="461645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95C07DCC-90A4-41C3-86AD-14D1AE10E5FA}"/>
              </a:ext>
            </a:extLst>
          </p:cNvPr>
          <p:cNvCxnSpPr>
            <a:cxnSpLocks/>
          </p:cNvCxnSpPr>
          <p:nvPr/>
        </p:nvCxnSpPr>
        <p:spPr>
          <a:xfrm>
            <a:off x="6702425" y="3745527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53C0EA0-E323-44CE-8D9C-FE67A03A22F5}"/>
              </a:ext>
            </a:extLst>
          </p:cNvPr>
          <p:cNvCxnSpPr>
            <a:cxnSpLocks/>
          </p:cNvCxnSpPr>
          <p:nvPr/>
        </p:nvCxnSpPr>
        <p:spPr>
          <a:xfrm>
            <a:off x="6562725" y="3768387"/>
            <a:ext cx="69850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A874D9D0-929D-43B8-9387-550BBB265952}"/>
              </a:ext>
            </a:extLst>
          </p:cNvPr>
          <p:cNvCxnSpPr>
            <a:cxnSpLocks/>
          </p:cNvCxnSpPr>
          <p:nvPr/>
        </p:nvCxnSpPr>
        <p:spPr>
          <a:xfrm>
            <a:off x="7400926" y="3768387"/>
            <a:ext cx="158749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D7ADAD0A-F78D-4B73-B8EA-32ED878008EC}"/>
              </a:ext>
            </a:extLst>
          </p:cNvPr>
          <p:cNvCxnSpPr>
            <a:cxnSpLocks/>
          </p:cNvCxnSpPr>
          <p:nvPr/>
        </p:nvCxnSpPr>
        <p:spPr>
          <a:xfrm>
            <a:off x="7750176" y="3768387"/>
            <a:ext cx="158749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D6614191-1FD4-487C-B19A-582F38911AFF}"/>
              </a:ext>
            </a:extLst>
          </p:cNvPr>
          <p:cNvCxnSpPr>
            <a:cxnSpLocks/>
          </p:cNvCxnSpPr>
          <p:nvPr/>
        </p:nvCxnSpPr>
        <p:spPr>
          <a:xfrm>
            <a:off x="8093076" y="3768387"/>
            <a:ext cx="622298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8FE47887-CE4A-4981-8715-BC5F452E47BC}"/>
              </a:ext>
            </a:extLst>
          </p:cNvPr>
          <p:cNvCxnSpPr>
            <a:cxnSpLocks/>
          </p:cNvCxnSpPr>
          <p:nvPr/>
        </p:nvCxnSpPr>
        <p:spPr>
          <a:xfrm>
            <a:off x="8886826" y="3779817"/>
            <a:ext cx="622298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61EA7C2D-C4D5-496D-85ED-B77794CAFF31}"/>
              </a:ext>
            </a:extLst>
          </p:cNvPr>
          <p:cNvCxnSpPr>
            <a:cxnSpLocks/>
          </p:cNvCxnSpPr>
          <p:nvPr/>
        </p:nvCxnSpPr>
        <p:spPr>
          <a:xfrm>
            <a:off x="9623426" y="3779817"/>
            <a:ext cx="711199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005997E5-B07D-4AA5-BE1E-748D79A25832}"/>
              </a:ext>
            </a:extLst>
          </p:cNvPr>
          <p:cNvCxnSpPr>
            <a:cxnSpLocks/>
          </p:cNvCxnSpPr>
          <p:nvPr/>
        </p:nvCxnSpPr>
        <p:spPr>
          <a:xfrm>
            <a:off x="10785476" y="3779817"/>
            <a:ext cx="514349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9963C884-6E0A-45E6-B88C-9A706FAC47B3}"/>
              </a:ext>
            </a:extLst>
          </p:cNvPr>
          <p:cNvCxnSpPr>
            <a:cxnSpLocks/>
          </p:cNvCxnSpPr>
          <p:nvPr/>
        </p:nvCxnSpPr>
        <p:spPr>
          <a:xfrm>
            <a:off x="11287125" y="3745527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FDD65B9B-1D2B-4D7E-B6A4-7D2A015764FB}"/>
              </a:ext>
            </a:extLst>
          </p:cNvPr>
          <p:cNvCxnSpPr>
            <a:cxnSpLocks/>
          </p:cNvCxnSpPr>
          <p:nvPr/>
        </p:nvCxnSpPr>
        <p:spPr>
          <a:xfrm>
            <a:off x="10541000" y="3768387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39FCFA01-2313-43E7-BC1D-967903892F00}"/>
              </a:ext>
            </a:extLst>
          </p:cNvPr>
          <p:cNvCxnSpPr>
            <a:cxnSpLocks/>
          </p:cNvCxnSpPr>
          <p:nvPr/>
        </p:nvCxnSpPr>
        <p:spPr>
          <a:xfrm>
            <a:off x="9763125" y="3780452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42E61E5B-8360-4CC9-95E3-F6F4A7B588DC}"/>
              </a:ext>
            </a:extLst>
          </p:cNvPr>
          <p:cNvCxnSpPr>
            <a:cxnSpLocks/>
          </p:cNvCxnSpPr>
          <p:nvPr/>
        </p:nvCxnSpPr>
        <p:spPr>
          <a:xfrm>
            <a:off x="8997950" y="3745527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8F79A535-0632-404B-A8FD-CED2DCFA4B20}"/>
              </a:ext>
            </a:extLst>
          </p:cNvPr>
          <p:cNvCxnSpPr>
            <a:cxnSpLocks/>
          </p:cNvCxnSpPr>
          <p:nvPr/>
        </p:nvCxnSpPr>
        <p:spPr>
          <a:xfrm>
            <a:off x="8251825" y="3780452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E16E359-8F69-4DC2-AF2F-1E58183C51B1}"/>
              </a:ext>
            </a:extLst>
          </p:cNvPr>
          <p:cNvCxnSpPr>
            <a:cxnSpLocks/>
          </p:cNvCxnSpPr>
          <p:nvPr/>
        </p:nvCxnSpPr>
        <p:spPr>
          <a:xfrm>
            <a:off x="7493000" y="3780452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62BB444-4D53-402A-B860-5E845040657D}"/>
              </a:ext>
            </a:extLst>
          </p:cNvPr>
          <p:cNvCxnSpPr>
            <a:cxnSpLocks/>
          </p:cNvCxnSpPr>
          <p:nvPr/>
        </p:nvCxnSpPr>
        <p:spPr>
          <a:xfrm>
            <a:off x="11287125" y="4047787"/>
            <a:ext cx="25400" cy="4660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95A3B095-2BC6-4AFE-B033-54029421B93F}"/>
              </a:ext>
            </a:extLst>
          </p:cNvPr>
          <p:cNvCxnSpPr>
            <a:cxnSpLocks/>
          </p:cNvCxnSpPr>
          <p:nvPr/>
        </p:nvCxnSpPr>
        <p:spPr>
          <a:xfrm>
            <a:off x="6134100" y="2559685"/>
            <a:ext cx="0" cy="34099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3A4D0AA4-8D22-4661-9309-0EE2F57C258B}"/>
              </a:ext>
            </a:extLst>
          </p:cNvPr>
          <p:cNvCxnSpPr>
            <a:cxnSpLocks/>
          </p:cNvCxnSpPr>
          <p:nvPr/>
        </p:nvCxnSpPr>
        <p:spPr>
          <a:xfrm>
            <a:off x="6112933" y="2865715"/>
            <a:ext cx="11853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914F96CD-B6E0-446E-B176-6E586DFEE0AA}"/>
              </a:ext>
            </a:extLst>
          </p:cNvPr>
          <p:cNvCxnSpPr>
            <a:cxnSpLocks/>
          </p:cNvCxnSpPr>
          <p:nvPr/>
        </p:nvCxnSpPr>
        <p:spPr>
          <a:xfrm flipH="1">
            <a:off x="6469593" y="2865715"/>
            <a:ext cx="166072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EDE7CD52-73A7-46FD-AF67-151D7CA44E6E}"/>
              </a:ext>
            </a:extLst>
          </p:cNvPr>
          <p:cNvCxnSpPr>
            <a:cxnSpLocks/>
          </p:cNvCxnSpPr>
          <p:nvPr/>
        </p:nvCxnSpPr>
        <p:spPr>
          <a:xfrm>
            <a:off x="6112932" y="2601237"/>
            <a:ext cx="11853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52120CD8-570F-4CFA-99D9-2E7B46C7AF03}"/>
              </a:ext>
            </a:extLst>
          </p:cNvPr>
          <p:cNvCxnSpPr>
            <a:cxnSpLocks/>
          </p:cNvCxnSpPr>
          <p:nvPr/>
        </p:nvCxnSpPr>
        <p:spPr>
          <a:xfrm>
            <a:off x="6480617" y="2592347"/>
            <a:ext cx="11853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F1C1BE0F-4776-402B-921D-C5861DCF0FE8}"/>
              </a:ext>
            </a:extLst>
          </p:cNvPr>
          <p:cNvCxnSpPr>
            <a:cxnSpLocks/>
          </p:cNvCxnSpPr>
          <p:nvPr/>
        </p:nvCxnSpPr>
        <p:spPr>
          <a:xfrm>
            <a:off x="6599150" y="2572068"/>
            <a:ext cx="0" cy="34099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940E09AA-F7B7-4ECD-8B66-235268672AD9}"/>
              </a:ext>
            </a:extLst>
          </p:cNvPr>
          <p:cNvCxnSpPr>
            <a:cxnSpLocks/>
          </p:cNvCxnSpPr>
          <p:nvPr/>
        </p:nvCxnSpPr>
        <p:spPr>
          <a:xfrm flipV="1">
            <a:off x="967433" y="2806652"/>
            <a:ext cx="337606" cy="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09C9248D-F15F-4855-9BD6-AB6E7E50400B}"/>
              </a:ext>
            </a:extLst>
          </p:cNvPr>
          <p:cNvCxnSpPr>
            <a:cxnSpLocks/>
          </p:cNvCxnSpPr>
          <p:nvPr/>
        </p:nvCxnSpPr>
        <p:spPr>
          <a:xfrm>
            <a:off x="1305039" y="2771548"/>
            <a:ext cx="0" cy="4826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0E33CDE3-EB5D-4F2C-B2CE-E9AA000DEF50}"/>
              </a:ext>
            </a:extLst>
          </p:cNvPr>
          <p:cNvCxnSpPr>
            <a:cxnSpLocks/>
          </p:cNvCxnSpPr>
          <p:nvPr/>
        </p:nvCxnSpPr>
        <p:spPr>
          <a:xfrm>
            <a:off x="1274884" y="3268048"/>
            <a:ext cx="178317" cy="896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ECE97FA2-8B30-4A38-96C0-C655B547CFD6}"/>
              </a:ext>
            </a:extLst>
          </p:cNvPr>
          <p:cNvCxnSpPr>
            <a:cxnSpLocks/>
          </p:cNvCxnSpPr>
          <p:nvPr/>
        </p:nvCxnSpPr>
        <p:spPr>
          <a:xfrm>
            <a:off x="1016000" y="2806652"/>
            <a:ext cx="0" cy="115316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5BD51529-4D23-4D5D-B618-7D60EAEA9BF9}"/>
              </a:ext>
            </a:extLst>
          </p:cNvPr>
          <p:cNvCxnSpPr>
            <a:cxnSpLocks/>
          </p:cNvCxnSpPr>
          <p:nvPr/>
        </p:nvCxnSpPr>
        <p:spPr>
          <a:xfrm flipV="1">
            <a:off x="10884959" y="3269191"/>
            <a:ext cx="95251" cy="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C732F980-F386-4146-A547-4D9FA2197596}"/>
              </a:ext>
            </a:extLst>
          </p:cNvPr>
          <p:cNvCxnSpPr>
            <a:cxnSpLocks/>
          </p:cNvCxnSpPr>
          <p:nvPr/>
        </p:nvCxnSpPr>
        <p:spPr>
          <a:xfrm>
            <a:off x="11299825" y="2795378"/>
            <a:ext cx="0" cy="97812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FA368E74-78B5-48BA-950D-2910AE97BEF8}"/>
              </a:ext>
            </a:extLst>
          </p:cNvPr>
          <p:cNvCxnSpPr>
            <a:cxnSpLocks/>
          </p:cNvCxnSpPr>
          <p:nvPr/>
        </p:nvCxnSpPr>
        <p:spPr>
          <a:xfrm flipV="1">
            <a:off x="10962219" y="2819758"/>
            <a:ext cx="337606" cy="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DCF1C6C0-D36E-4E12-BD18-78794DB142E2}"/>
              </a:ext>
            </a:extLst>
          </p:cNvPr>
          <p:cNvCxnSpPr>
            <a:cxnSpLocks/>
          </p:cNvCxnSpPr>
          <p:nvPr/>
        </p:nvCxnSpPr>
        <p:spPr>
          <a:xfrm>
            <a:off x="10980210" y="2785218"/>
            <a:ext cx="0" cy="4826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53986DB8-9031-48A8-90B9-EC09BCF35C06}"/>
              </a:ext>
            </a:extLst>
          </p:cNvPr>
          <p:cNvSpPr/>
          <p:nvPr/>
        </p:nvSpPr>
        <p:spPr>
          <a:xfrm>
            <a:off x="6032500" y="4046815"/>
            <a:ext cx="634999" cy="44771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7D0AE1F1-9FC5-4E3D-A5D0-F32495388591}"/>
              </a:ext>
            </a:extLst>
          </p:cNvPr>
          <p:cNvSpPr/>
          <p:nvPr/>
        </p:nvSpPr>
        <p:spPr>
          <a:xfrm>
            <a:off x="10978087" y="2880251"/>
            <a:ext cx="303747" cy="421855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90AB0186-1EB6-4B00-80C6-1EF8EAFDCF48}"/>
              </a:ext>
            </a:extLst>
          </p:cNvPr>
          <p:cNvSpPr/>
          <p:nvPr/>
        </p:nvSpPr>
        <p:spPr>
          <a:xfrm>
            <a:off x="1016000" y="2802436"/>
            <a:ext cx="291164" cy="524962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4767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5C57F4B-ADA3-405C-82A4-FC1FD439F9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9" t="30035" r="13437" b="34641"/>
          <a:stretch/>
        </p:blipFill>
        <p:spPr>
          <a:xfrm>
            <a:off x="277250" y="1500097"/>
            <a:ext cx="11444850" cy="3796706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152F725-CD89-42DA-BCA6-C2C960DACF1B}"/>
              </a:ext>
            </a:extLst>
          </p:cNvPr>
          <p:cNvCxnSpPr>
            <a:cxnSpLocks/>
          </p:cNvCxnSpPr>
          <p:nvPr/>
        </p:nvCxnSpPr>
        <p:spPr>
          <a:xfrm>
            <a:off x="1257300" y="2740660"/>
            <a:ext cx="0" cy="87947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0740980-B805-4D51-B931-B5B8127CC841}"/>
              </a:ext>
            </a:extLst>
          </p:cNvPr>
          <p:cNvCxnSpPr>
            <a:cxnSpLocks/>
          </p:cNvCxnSpPr>
          <p:nvPr/>
        </p:nvCxnSpPr>
        <p:spPr>
          <a:xfrm flipV="1">
            <a:off x="1221740" y="2655570"/>
            <a:ext cx="412328" cy="8159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C06BAB7-F344-4C56-B15B-B2C808C1F6FE}"/>
              </a:ext>
            </a:extLst>
          </p:cNvPr>
          <p:cNvCxnSpPr>
            <a:cxnSpLocks/>
          </p:cNvCxnSpPr>
          <p:nvPr/>
        </p:nvCxnSpPr>
        <p:spPr>
          <a:xfrm>
            <a:off x="1608223" y="2663069"/>
            <a:ext cx="2309727" cy="1409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5896D87-836A-4BC8-92C5-41D0DB4A4C04}"/>
              </a:ext>
            </a:extLst>
          </p:cNvPr>
          <p:cNvCxnSpPr>
            <a:cxnSpLocks/>
          </p:cNvCxnSpPr>
          <p:nvPr/>
        </p:nvCxnSpPr>
        <p:spPr>
          <a:xfrm>
            <a:off x="3917950" y="2668270"/>
            <a:ext cx="1568450" cy="88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E857312-D9C1-40E3-8006-12C3B7148290}"/>
              </a:ext>
            </a:extLst>
          </p:cNvPr>
          <p:cNvCxnSpPr>
            <a:cxnSpLocks/>
          </p:cNvCxnSpPr>
          <p:nvPr/>
        </p:nvCxnSpPr>
        <p:spPr>
          <a:xfrm>
            <a:off x="2425700" y="2645410"/>
            <a:ext cx="0" cy="9486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79E5F2C-7623-4A87-860D-803740593DBA}"/>
              </a:ext>
            </a:extLst>
          </p:cNvPr>
          <p:cNvCxnSpPr>
            <a:cxnSpLocks/>
          </p:cNvCxnSpPr>
          <p:nvPr/>
        </p:nvCxnSpPr>
        <p:spPr>
          <a:xfrm>
            <a:off x="3917950" y="2677160"/>
            <a:ext cx="0" cy="9486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6E417C0-2A6E-4A4C-96D4-F31C6274C81C}"/>
              </a:ext>
            </a:extLst>
          </p:cNvPr>
          <p:cNvCxnSpPr>
            <a:cxnSpLocks/>
          </p:cNvCxnSpPr>
          <p:nvPr/>
        </p:nvCxnSpPr>
        <p:spPr>
          <a:xfrm flipH="1">
            <a:off x="5489574" y="2658110"/>
            <a:ext cx="12700" cy="98678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ACC9333-BBBA-4B58-B07A-B9F4661AF79D}"/>
              </a:ext>
            </a:extLst>
          </p:cNvPr>
          <p:cNvCxnSpPr>
            <a:cxnSpLocks/>
          </p:cNvCxnSpPr>
          <p:nvPr/>
        </p:nvCxnSpPr>
        <p:spPr>
          <a:xfrm>
            <a:off x="1257300" y="3604260"/>
            <a:ext cx="666751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EFF8DC3-BB74-4719-9EB4-865FB4418B79}"/>
              </a:ext>
            </a:extLst>
          </p:cNvPr>
          <p:cNvCxnSpPr>
            <a:cxnSpLocks/>
          </p:cNvCxnSpPr>
          <p:nvPr/>
        </p:nvCxnSpPr>
        <p:spPr>
          <a:xfrm>
            <a:off x="2381249" y="3594100"/>
            <a:ext cx="543984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888162B-7EDE-4613-978A-7E0869867383}"/>
              </a:ext>
            </a:extLst>
          </p:cNvPr>
          <p:cNvCxnSpPr>
            <a:cxnSpLocks/>
          </p:cNvCxnSpPr>
          <p:nvPr/>
        </p:nvCxnSpPr>
        <p:spPr>
          <a:xfrm>
            <a:off x="3682999" y="3623310"/>
            <a:ext cx="254001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D110F99-650B-4233-AD83-BA5456448F4D}"/>
              </a:ext>
            </a:extLst>
          </p:cNvPr>
          <p:cNvCxnSpPr>
            <a:cxnSpLocks/>
          </p:cNvCxnSpPr>
          <p:nvPr/>
        </p:nvCxnSpPr>
        <p:spPr>
          <a:xfrm>
            <a:off x="4264024" y="3610610"/>
            <a:ext cx="663575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9BA00FE-6098-41FF-9075-945BDB1784B3}"/>
              </a:ext>
            </a:extLst>
          </p:cNvPr>
          <p:cNvCxnSpPr>
            <a:cxnSpLocks/>
          </p:cNvCxnSpPr>
          <p:nvPr/>
        </p:nvCxnSpPr>
        <p:spPr>
          <a:xfrm>
            <a:off x="844550" y="4639310"/>
            <a:ext cx="461645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ABB22FA-6FCD-4E47-93B8-9135973007B1}"/>
              </a:ext>
            </a:extLst>
          </p:cNvPr>
          <p:cNvCxnSpPr>
            <a:cxnSpLocks/>
          </p:cNvCxnSpPr>
          <p:nvPr/>
        </p:nvCxnSpPr>
        <p:spPr>
          <a:xfrm>
            <a:off x="876300" y="3893820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6CBFA73-D015-4B85-8630-B78BE6632EAA}"/>
              </a:ext>
            </a:extLst>
          </p:cNvPr>
          <p:cNvCxnSpPr>
            <a:cxnSpLocks/>
          </p:cNvCxnSpPr>
          <p:nvPr/>
        </p:nvCxnSpPr>
        <p:spPr>
          <a:xfrm>
            <a:off x="736600" y="3916680"/>
            <a:ext cx="69850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4338789-BFDA-4E87-8A42-8CCADBD520FD}"/>
              </a:ext>
            </a:extLst>
          </p:cNvPr>
          <p:cNvCxnSpPr>
            <a:cxnSpLocks/>
          </p:cNvCxnSpPr>
          <p:nvPr/>
        </p:nvCxnSpPr>
        <p:spPr>
          <a:xfrm>
            <a:off x="1574801" y="3916680"/>
            <a:ext cx="158749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E1F477A-EE60-440B-806A-4515AEC0BA71}"/>
              </a:ext>
            </a:extLst>
          </p:cNvPr>
          <p:cNvCxnSpPr>
            <a:cxnSpLocks/>
          </p:cNvCxnSpPr>
          <p:nvPr/>
        </p:nvCxnSpPr>
        <p:spPr>
          <a:xfrm>
            <a:off x="2036233" y="3915707"/>
            <a:ext cx="838198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F7922BDC-DAE2-4195-AD5E-F278C4CA5ACF}"/>
              </a:ext>
            </a:extLst>
          </p:cNvPr>
          <p:cNvCxnSpPr>
            <a:cxnSpLocks/>
          </p:cNvCxnSpPr>
          <p:nvPr/>
        </p:nvCxnSpPr>
        <p:spPr>
          <a:xfrm>
            <a:off x="3060701" y="3928110"/>
            <a:ext cx="622298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162F82E-AD9E-4AEF-AADF-032860F8C594}"/>
              </a:ext>
            </a:extLst>
          </p:cNvPr>
          <p:cNvCxnSpPr>
            <a:cxnSpLocks/>
          </p:cNvCxnSpPr>
          <p:nvPr/>
        </p:nvCxnSpPr>
        <p:spPr>
          <a:xfrm>
            <a:off x="3797301" y="3928110"/>
            <a:ext cx="262466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12FDDDEA-BD5D-4C99-8721-B01AA7BA7D95}"/>
              </a:ext>
            </a:extLst>
          </p:cNvPr>
          <p:cNvCxnSpPr>
            <a:cxnSpLocks/>
          </p:cNvCxnSpPr>
          <p:nvPr/>
        </p:nvCxnSpPr>
        <p:spPr>
          <a:xfrm>
            <a:off x="4959351" y="3928110"/>
            <a:ext cx="514349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AFA963D-3BB9-4553-88E3-F17E0729788E}"/>
              </a:ext>
            </a:extLst>
          </p:cNvPr>
          <p:cNvCxnSpPr>
            <a:cxnSpLocks/>
          </p:cNvCxnSpPr>
          <p:nvPr/>
        </p:nvCxnSpPr>
        <p:spPr>
          <a:xfrm>
            <a:off x="5461000" y="3893820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6C507E27-D837-4846-97A8-6360D2413ABE}"/>
              </a:ext>
            </a:extLst>
          </p:cNvPr>
          <p:cNvCxnSpPr>
            <a:cxnSpLocks/>
          </p:cNvCxnSpPr>
          <p:nvPr/>
        </p:nvCxnSpPr>
        <p:spPr>
          <a:xfrm>
            <a:off x="4346575" y="3910627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4970EE8C-DBC7-4BAD-B328-D9D15554F5EC}"/>
              </a:ext>
            </a:extLst>
          </p:cNvPr>
          <p:cNvCxnSpPr>
            <a:cxnSpLocks/>
          </p:cNvCxnSpPr>
          <p:nvPr/>
        </p:nvCxnSpPr>
        <p:spPr>
          <a:xfrm>
            <a:off x="3937000" y="3928745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F801BF1-98B7-470A-BDD8-2B5B6B7DF426}"/>
              </a:ext>
            </a:extLst>
          </p:cNvPr>
          <p:cNvCxnSpPr>
            <a:cxnSpLocks/>
          </p:cNvCxnSpPr>
          <p:nvPr/>
        </p:nvCxnSpPr>
        <p:spPr>
          <a:xfrm>
            <a:off x="3171825" y="3893820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8BE9D1D-BEFF-430C-8608-C27AAD45B20D}"/>
              </a:ext>
            </a:extLst>
          </p:cNvPr>
          <p:cNvCxnSpPr>
            <a:cxnSpLocks/>
          </p:cNvCxnSpPr>
          <p:nvPr/>
        </p:nvCxnSpPr>
        <p:spPr>
          <a:xfrm>
            <a:off x="3568699" y="3928110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9B3E5F8A-9B2F-4AC4-A610-D09B57793E88}"/>
              </a:ext>
            </a:extLst>
          </p:cNvPr>
          <p:cNvCxnSpPr>
            <a:cxnSpLocks/>
          </p:cNvCxnSpPr>
          <p:nvPr/>
        </p:nvCxnSpPr>
        <p:spPr>
          <a:xfrm>
            <a:off x="2036233" y="3910627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7A16816E-E722-4214-82C7-F877D5F40A23}"/>
              </a:ext>
            </a:extLst>
          </p:cNvPr>
          <p:cNvCxnSpPr>
            <a:cxnSpLocks/>
          </p:cNvCxnSpPr>
          <p:nvPr/>
        </p:nvCxnSpPr>
        <p:spPr>
          <a:xfrm>
            <a:off x="5461000" y="4196080"/>
            <a:ext cx="25400" cy="4660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F7865EC7-A009-4935-9969-34651B10694C}"/>
              </a:ext>
            </a:extLst>
          </p:cNvPr>
          <p:cNvCxnSpPr>
            <a:cxnSpLocks/>
          </p:cNvCxnSpPr>
          <p:nvPr/>
        </p:nvCxnSpPr>
        <p:spPr>
          <a:xfrm>
            <a:off x="5441951" y="4196080"/>
            <a:ext cx="425449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0E2AC1D7-25A1-454F-917E-253AD4DE995A}"/>
              </a:ext>
            </a:extLst>
          </p:cNvPr>
          <p:cNvCxnSpPr>
            <a:cxnSpLocks/>
          </p:cNvCxnSpPr>
          <p:nvPr/>
        </p:nvCxnSpPr>
        <p:spPr>
          <a:xfrm>
            <a:off x="5835650" y="4941570"/>
            <a:ext cx="73025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7C6C31ED-7C15-4E37-AA93-5AA70D5BF2D2}"/>
              </a:ext>
            </a:extLst>
          </p:cNvPr>
          <p:cNvCxnSpPr>
            <a:cxnSpLocks/>
          </p:cNvCxnSpPr>
          <p:nvPr/>
        </p:nvCxnSpPr>
        <p:spPr>
          <a:xfrm>
            <a:off x="5461000" y="2890943"/>
            <a:ext cx="1022265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3BEA0B5B-D05A-465C-90DB-FDF5E45DAF51}"/>
              </a:ext>
            </a:extLst>
          </p:cNvPr>
          <p:cNvCxnSpPr>
            <a:cxnSpLocks/>
          </p:cNvCxnSpPr>
          <p:nvPr/>
        </p:nvCxnSpPr>
        <p:spPr>
          <a:xfrm flipH="1">
            <a:off x="6483265" y="2658109"/>
            <a:ext cx="12700" cy="98678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A365CD6C-C750-48D5-92FF-32070BE7A823}"/>
              </a:ext>
            </a:extLst>
          </p:cNvPr>
          <p:cNvCxnSpPr>
            <a:cxnSpLocks/>
          </p:cNvCxnSpPr>
          <p:nvPr/>
        </p:nvCxnSpPr>
        <p:spPr>
          <a:xfrm flipV="1">
            <a:off x="6459450" y="2668270"/>
            <a:ext cx="3929150" cy="2413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1D0773D0-5CCE-4BA8-B6F0-1D8A385A8350}"/>
              </a:ext>
            </a:extLst>
          </p:cNvPr>
          <p:cNvCxnSpPr>
            <a:cxnSpLocks/>
          </p:cNvCxnSpPr>
          <p:nvPr/>
        </p:nvCxnSpPr>
        <p:spPr>
          <a:xfrm>
            <a:off x="7019924" y="3613148"/>
            <a:ext cx="844551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4A9195D-7B43-4B78-9BAE-6220EE3DD5D7}"/>
              </a:ext>
            </a:extLst>
          </p:cNvPr>
          <p:cNvCxnSpPr>
            <a:cxnSpLocks/>
          </p:cNvCxnSpPr>
          <p:nvPr/>
        </p:nvCxnSpPr>
        <p:spPr>
          <a:xfrm>
            <a:off x="5939367" y="3610610"/>
            <a:ext cx="759968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AB22536E-E415-4B8E-BC87-8E4C4B87D549}"/>
              </a:ext>
            </a:extLst>
          </p:cNvPr>
          <p:cNvCxnSpPr>
            <a:cxnSpLocks/>
          </p:cNvCxnSpPr>
          <p:nvPr/>
        </p:nvCxnSpPr>
        <p:spPr>
          <a:xfrm>
            <a:off x="8042274" y="3616958"/>
            <a:ext cx="523873" cy="635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535D14C-60A0-4A10-B6AA-26161CF84964}"/>
              </a:ext>
            </a:extLst>
          </p:cNvPr>
          <p:cNvCxnSpPr>
            <a:cxnSpLocks/>
          </p:cNvCxnSpPr>
          <p:nvPr/>
        </p:nvCxnSpPr>
        <p:spPr>
          <a:xfrm>
            <a:off x="8778874" y="3626482"/>
            <a:ext cx="844551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BBCB0B07-8F13-444A-9980-EBC0E4624339}"/>
              </a:ext>
            </a:extLst>
          </p:cNvPr>
          <p:cNvCxnSpPr>
            <a:cxnSpLocks/>
          </p:cNvCxnSpPr>
          <p:nvPr/>
        </p:nvCxnSpPr>
        <p:spPr>
          <a:xfrm flipH="1">
            <a:off x="8105774" y="2672714"/>
            <a:ext cx="12700" cy="98678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E375165-1DC3-4817-880B-19E3545BDEA8}"/>
              </a:ext>
            </a:extLst>
          </p:cNvPr>
          <p:cNvCxnSpPr>
            <a:cxnSpLocks/>
          </p:cNvCxnSpPr>
          <p:nvPr/>
        </p:nvCxnSpPr>
        <p:spPr>
          <a:xfrm flipH="1">
            <a:off x="9626601" y="2671444"/>
            <a:ext cx="12700" cy="98678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F5C26CC6-5815-49C4-9B92-BF1B33617512}"/>
              </a:ext>
            </a:extLst>
          </p:cNvPr>
          <p:cNvCxnSpPr>
            <a:cxnSpLocks/>
          </p:cNvCxnSpPr>
          <p:nvPr/>
        </p:nvCxnSpPr>
        <p:spPr>
          <a:xfrm flipH="1">
            <a:off x="10785473" y="2740660"/>
            <a:ext cx="12700" cy="89979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01D88E63-037F-44CC-8116-092346FB962F}"/>
              </a:ext>
            </a:extLst>
          </p:cNvPr>
          <p:cNvCxnSpPr>
            <a:cxnSpLocks/>
          </p:cNvCxnSpPr>
          <p:nvPr/>
        </p:nvCxnSpPr>
        <p:spPr>
          <a:xfrm>
            <a:off x="10152061" y="3604261"/>
            <a:ext cx="352426" cy="634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04489C-DF5F-4CF6-A5AE-32EBE2915BBF}"/>
              </a:ext>
            </a:extLst>
          </p:cNvPr>
          <p:cNvCxnSpPr>
            <a:cxnSpLocks/>
          </p:cNvCxnSpPr>
          <p:nvPr/>
        </p:nvCxnSpPr>
        <p:spPr>
          <a:xfrm>
            <a:off x="10377316" y="2655570"/>
            <a:ext cx="420857" cy="13843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1C92720D-93BC-4A66-A41B-00503B10A59D}"/>
              </a:ext>
            </a:extLst>
          </p:cNvPr>
          <p:cNvCxnSpPr>
            <a:cxnSpLocks/>
          </p:cNvCxnSpPr>
          <p:nvPr/>
        </p:nvCxnSpPr>
        <p:spPr>
          <a:xfrm>
            <a:off x="6530975" y="4656117"/>
            <a:ext cx="461645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E0CD586A-85EB-470E-BD0F-998E6030BFC8}"/>
              </a:ext>
            </a:extLst>
          </p:cNvPr>
          <p:cNvCxnSpPr>
            <a:cxnSpLocks/>
          </p:cNvCxnSpPr>
          <p:nvPr/>
        </p:nvCxnSpPr>
        <p:spPr>
          <a:xfrm>
            <a:off x="6562725" y="3910627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34C68A82-4F14-468D-B4F9-E919E690947A}"/>
              </a:ext>
            </a:extLst>
          </p:cNvPr>
          <p:cNvCxnSpPr>
            <a:cxnSpLocks/>
          </p:cNvCxnSpPr>
          <p:nvPr/>
        </p:nvCxnSpPr>
        <p:spPr>
          <a:xfrm flipV="1">
            <a:off x="6562725" y="3933487"/>
            <a:ext cx="857250" cy="12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1C1F2BC2-F0EF-485B-92F7-A180FAFD4788}"/>
              </a:ext>
            </a:extLst>
          </p:cNvPr>
          <p:cNvCxnSpPr>
            <a:cxnSpLocks/>
          </p:cNvCxnSpPr>
          <p:nvPr/>
        </p:nvCxnSpPr>
        <p:spPr>
          <a:xfrm>
            <a:off x="7610476" y="3933487"/>
            <a:ext cx="158749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86400029-0A53-4CCE-B131-9887675798B3}"/>
              </a:ext>
            </a:extLst>
          </p:cNvPr>
          <p:cNvCxnSpPr>
            <a:cxnSpLocks/>
          </p:cNvCxnSpPr>
          <p:nvPr/>
        </p:nvCxnSpPr>
        <p:spPr>
          <a:xfrm>
            <a:off x="7953376" y="3933487"/>
            <a:ext cx="622298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59E9034B-2903-4398-AE06-5FC209886223}"/>
              </a:ext>
            </a:extLst>
          </p:cNvPr>
          <p:cNvCxnSpPr>
            <a:cxnSpLocks/>
          </p:cNvCxnSpPr>
          <p:nvPr/>
        </p:nvCxnSpPr>
        <p:spPr>
          <a:xfrm>
            <a:off x="8747126" y="3944917"/>
            <a:ext cx="622298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21D79064-78F7-4F0C-9F76-226EFF0AE13F}"/>
              </a:ext>
            </a:extLst>
          </p:cNvPr>
          <p:cNvCxnSpPr>
            <a:cxnSpLocks/>
          </p:cNvCxnSpPr>
          <p:nvPr/>
        </p:nvCxnSpPr>
        <p:spPr>
          <a:xfrm>
            <a:off x="9483726" y="3944917"/>
            <a:ext cx="711199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CCD8D307-00E6-4C3A-83C0-3A183D7F85C9}"/>
              </a:ext>
            </a:extLst>
          </p:cNvPr>
          <p:cNvCxnSpPr>
            <a:cxnSpLocks/>
          </p:cNvCxnSpPr>
          <p:nvPr/>
        </p:nvCxnSpPr>
        <p:spPr>
          <a:xfrm>
            <a:off x="10645776" y="3944917"/>
            <a:ext cx="514349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D6FB64AC-3523-4ACB-AF02-17F2DC3772A9}"/>
              </a:ext>
            </a:extLst>
          </p:cNvPr>
          <p:cNvCxnSpPr>
            <a:cxnSpLocks/>
          </p:cNvCxnSpPr>
          <p:nvPr/>
        </p:nvCxnSpPr>
        <p:spPr>
          <a:xfrm>
            <a:off x="11147425" y="3910627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02E60C43-C843-473B-A925-502762648864}"/>
              </a:ext>
            </a:extLst>
          </p:cNvPr>
          <p:cNvCxnSpPr>
            <a:cxnSpLocks/>
          </p:cNvCxnSpPr>
          <p:nvPr/>
        </p:nvCxnSpPr>
        <p:spPr>
          <a:xfrm>
            <a:off x="10401300" y="3933487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72E2D86-F314-4BF4-A683-7F5F1A58DCE0}"/>
              </a:ext>
            </a:extLst>
          </p:cNvPr>
          <p:cNvCxnSpPr>
            <a:cxnSpLocks/>
          </p:cNvCxnSpPr>
          <p:nvPr/>
        </p:nvCxnSpPr>
        <p:spPr>
          <a:xfrm>
            <a:off x="10034058" y="3957194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620166DD-F6D4-4706-B645-D7272CDAA521}"/>
              </a:ext>
            </a:extLst>
          </p:cNvPr>
          <p:cNvCxnSpPr>
            <a:cxnSpLocks/>
          </p:cNvCxnSpPr>
          <p:nvPr/>
        </p:nvCxnSpPr>
        <p:spPr>
          <a:xfrm>
            <a:off x="8858250" y="3910627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0ACA3869-4706-4230-B0D3-C2820ACDB4A7}"/>
              </a:ext>
            </a:extLst>
          </p:cNvPr>
          <p:cNvCxnSpPr>
            <a:cxnSpLocks/>
          </p:cNvCxnSpPr>
          <p:nvPr/>
        </p:nvCxnSpPr>
        <p:spPr>
          <a:xfrm>
            <a:off x="8112125" y="3945552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828921CA-94DF-4CFB-8337-5073A19F5DC7}"/>
              </a:ext>
            </a:extLst>
          </p:cNvPr>
          <p:cNvCxnSpPr>
            <a:cxnSpLocks/>
          </p:cNvCxnSpPr>
          <p:nvPr/>
        </p:nvCxnSpPr>
        <p:spPr>
          <a:xfrm>
            <a:off x="11147425" y="4212887"/>
            <a:ext cx="25400" cy="4660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F5BE0830-F9BD-4317-8794-278B97D7AAE1}"/>
              </a:ext>
            </a:extLst>
          </p:cNvPr>
          <p:cNvCxnSpPr>
            <a:cxnSpLocks/>
          </p:cNvCxnSpPr>
          <p:nvPr/>
        </p:nvCxnSpPr>
        <p:spPr>
          <a:xfrm flipV="1">
            <a:off x="10807699" y="3430373"/>
            <a:ext cx="95251" cy="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연결선 199">
            <a:extLst>
              <a:ext uri="{FF2B5EF4-FFF2-40B4-BE49-F238E27FC236}">
                <a16:creationId xmlns:a16="http://schemas.microsoft.com/office/drawing/2014/main" id="{7B390381-405B-4DBB-A946-2ACA996014B5}"/>
              </a:ext>
            </a:extLst>
          </p:cNvPr>
          <p:cNvCxnSpPr>
            <a:cxnSpLocks/>
          </p:cNvCxnSpPr>
          <p:nvPr/>
        </p:nvCxnSpPr>
        <p:spPr>
          <a:xfrm>
            <a:off x="3060701" y="3623310"/>
            <a:ext cx="507998" cy="888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AB5170B5-35F0-4009-A397-6F3E5DF0C84F}"/>
              </a:ext>
            </a:extLst>
          </p:cNvPr>
          <p:cNvCxnSpPr>
            <a:cxnSpLocks/>
          </p:cNvCxnSpPr>
          <p:nvPr/>
        </p:nvCxnSpPr>
        <p:spPr>
          <a:xfrm>
            <a:off x="4313768" y="3957194"/>
            <a:ext cx="436032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BBB78CF9-2046-41C9-AF4D-8AD0A6378FBF}"/>
              </a:ext>
            </a:extLst>
          </p:cNvPr>
          <p:cNvCxnSpPr>
            <a:cxnSpLocks/>
          </p:cNvCxnSpPr>
          <p:nvPr/>
        </p:nvCxnSpPr>
        <p:spPr>
          <a:xfrm>
            <a:off x="5108575" y="3944917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1A8DE0DC-4987-443B-9B32-C41E55971583}"/>
              </a:ext>
            </a:extLst>
          </p:cNvPr>
          <p:cNvCxnSpPr>
            <a:cxnSpLocks/>
          </p:cNvCxnSpPr>
          <p:nvPr/>
        </p:nvCxnSpPr>
        <p:spPr>
          <a:xfrm>
            <a:off x="5867400" y="4219534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9442829E-BC24-44AD-A721-EC4D82C49889}"/>
              </a:ext>
            </a:extLst>
          </p:cNvPr>
          <p:cNvCxnSpPr>
            <a:cxnSpLocks/>
          </p:cNvCxnSpPr>
          <p:nvPr/>
        </p:nvCxnSpPr>
        <p:spPr>
          <a:xfrm>
            <a:off x="6562725" y="4199002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직선 연결선 208">
            <a:extLst>
              <a:ext uri="{FF2B5EF4-FFF2-40B4-BE49-F238E27FC236}">
                <a16:creationId xmlns:a16="http://schemas.microsoft.com/office/drawing/2014/main" id="{D7719967-8EB0-4963-B42A-E5889662B62A}"/>
              </a:ext>
            </a:extLst>
          </p:cNvPr>
          <p:cNvCxnSpPr>
            <a:cxnSpLocks/>
          </p:cNvCxnSpPr>
          <p:nvPr/>
        </p:nvCxnSpPr>
        <p:spPr>
          <a:xfrm>
            <a:off x="7711017" y="3957194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900F15FD-85DF-4E54-A1CD-3E52E059EFC9}"/>
              </a:ext>
            </a:extLst>
          </p:cNvPr>
          <p:cNvCxnSpPr>
            <a:cxnSpLocks/>
          </p:cNvCxnSpPr>
          <p:nvPr/>
        </p:nvCxnSpPr>
        <p:spPr>
          <a:xfrm>
            <a:off x="8501591" y="3944917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7619BDE5-CFD8-4F58-A403-E3A36C2C2EE0}"/>
              </a:ext>
            </a:extLst>
          </p:cNvPr>
          <p:cNvCxnSpPr>
            <a:cxnSpLocks/>
          </p:cNvCxnSpPr>
          <p:nvPr/>
        </p:nvCxnSpPr>
        <p:spPr>
          <a:xfrm>
            <a:off x="9251950" y="3928110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연결선 211">
            <a:extLst>
              <a:ext uri="{FF2B5EF4-FFF2-40B4-BE49-F238E27FC236}">
                <a16:creationId xmlns:a16="http://schemas.microsoft.com/office/drawing/2014/main" id="{0ADB47A5-8D07-4928-B8C5-5A4AC9C85C91}"/>
              </a:ext>
            </a:extLst>
          </p:cNvPr>
          <p:cNvCxnSpPr>
            <a:cxnSpLocks/>
          </p:cNvCxnSpPr>
          <p:nvPr/>
        </p:nvCxnSpPr>
        <p:spPr>
          <a:xfrm flipH="1">
            <a:off x="10430933" y="2704818"/>
            <a:ext cx="12700" cy="89979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직선 연결선 229">
            <a:extLst>
              <a:ext uri="{FF2B5EF4-FFF2-40B4-BE49-F238E27FC236}">
                <a16:creationId xmlns:a16="http://schemas.microsoft.com/office/drawing/2014/main" id="{DEB71A95-75A9-490C-A769-A8837E29CA4C}"/>
              </a:ext>
            </a:extLst>
          </p:cNvPr>
          <p:cNvCxnSpPr>
            <a:cxnSpLocks/>
          </p:cNvCxnSpPr>
          <p:nvPr/>
        </p:nvCxnSpPr>
        <p:spPr>
          <a:xfrm flipV="1">
            <a:off x="5356267" y="3612726"/>
            <a:ext cx="354500" cy="211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직선 연결선 234">
            <a:extLst>
              <a:ext uri="{FF2B5EF4-FFF2-40B4-BE49-F238E27FC236}">
                <a16:creationId xmlns:a16="http://schemas.microsoft.com/office/drawing/2014/main" id="{57560A03-5564-46D3-BD6C-3C6257761BF2}"/>
              </a:ext>
            </a:extLst>
          </p:cNvPr>
          <p:cNvCxnSpPr>
            <a:cxnSpLocks/>
          </p:cNvCxnSpPr>
          <p:nvPr/>
        </p:nvCxnSpPr>
        <p:spPr>
          <a:xfrm>
            <a:off x="11222565" y="2956560"/>
            <a:ext cx="0" cy="97812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직선 연결선 236">
            <a:extLst>
              <a:ext uri="{FF2B5EF4-FFF2-40B4-BE49-F238E27FC236}">
                <a16:creationId xmlns:a16="http://schemas.microsoft.com/office/drawing/2014/main" id="{3165F07C-D075-45A5-AA26-B61C749ED040}"/>
              </a:ext>
            </a:extLst>
          </p:cNvPr>
          <p:cNvCxnSpPr>
            <a:cxnSpLocks/>
          </p:cNvCxnSpPr>
          <p:nvPr/>
        </p:nvCxnSpPr>
        <p:spPr>
          <a:xfrm flipV="1">
            <a:off x="10884959" y="2980940"/>
            <a:ext cx="337606" cy="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0AE752F5-298D-41E7-9550-A2D1C9B92B5E}"/>
              </a:ext>
            </a:extLst>
          </p:cNvPr>
          <p:cNvCxnSpPr>
            <a:cxnSpLocks/>
          </p:cNvCxnSpPr>
          <p:nvPr/>
        </p:nvCxnSpPr>
        <p:spPr>
          <a:xfrm>
            <a:off x="10902950" y="2946400"/>
            <a:ext cx="0" cy="4826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직선 연결선 240">
            <a:extLst>
              <a:ext uri="{FF2B5EF4-FFF2-40B4-BE49-F238E27FC236}">
                <a16:creationId xmlns:a16="http://schemas.microsoft.com/office/drawing/2014/main" id="{58DBF640-8D9D-4C50-9D92-E7E992B2A64D}"/>
              </a:ext>
            </a:extLst>
          </p:cNvPr>
          <p:cNvCxnSpPr>
            <a:cxnSpLocks/>
          </p:cNvCxnSpPr>
          <p:nvPr/>
        </p:nvCxnSpPr>
        <p:spPr>
          <a:xfrm>
            <a:off x="829288" y="2932500"/>
            <a:ext cx="0" cy="97812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63655D76-DD06-4D40-A2B5-29DB20F2A550}"/>
              </a:ext>
            </a:extLst>
          </p:cNvPr>
          <p:cNvCxnSpPr>
            <a:cxnSpLocks/>
          </p:cNvCxnSpPr>
          <p:nvPr/>
        </p:nvCxnSpPr>
        <p:spPr>
          <a:xfrm flipV="1">
            <a:off x="803281" y="2967604"/>
            <a:ext cx="337606" cy="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직선 연결선 242">
            <a:extLst>
              <a:ext uri="{FF2B5EF4-FFF2-40B4-BE49-F238E27FC236}">
                <a16:creationId xmlns:a16="http://schemas.microsoft.com/office/drawing/2014/main" id="{E12AA4D1-190D-4B33-BCBD-B8138B68A567}"/>
              </a:ext>
            </a:extLst>
          </p:cNvPr>
          <p:cNvCxnSpPr>
            <a:cxnSpLocks/>
          </p:cNvCxnSpPr>
          <p:nvPr/>
        </p:nvCxnSpPr>
        <p:spPr>
          <a:xfrm>
            <a:off x="1140887" y="2932500"/>
            <a:ext cx="0" cy="4826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직선 연결선 243">
            <a:extLst>
              <a:ext uri="{FF2B5EF4-FFF2-40B4-BE49-F238E27FC236}">
                <a16:creationId xmlns:a16="http://schemas.microsoft.com/office/drawing/2014/main" id="{BC83FE6E-5B4B-4C9A-B11B-DD0AEF4F8F1B}"/>
              </a:ext>
            </a:extLst>
          </p:cNvPr>
          <p:cNvCxnSpPr>
            <a:cxnSpLocks/>
          </p:cNvCxnSpPr>
          <p:nvPr/>
        </p:nvCxnSpPr>
        <p:spPr>
          <a:xfrm>
            <a:off x="1110732" y="3429000"/>
            <a:ext cx="178317" cy="896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직선 연결선 319">
            <a:extLst>
              <a:ext uri="{FF2B5EF4-FFF2-40B4-BE49-F238E27FC236}">
                <a16:creationId xmlns:a16="http://schemas.microsoft.com/office/drawing/2014/main" id="{5D995EED-3973-41D9-8AE3-B20ABCC674E0}"/>
              </a:ext>
            </a:extLst>
          </p:cNvPr>
          <p:cNvCxnSpPr>
            <a:cxnSpLocks/>
          </p:cNvCxnSpPr>
          <p:nvPr/>
        </p:nvCxnSpPr>
        <p:spPr>
          <a:xfrm>
            <a:off x="3171825" y="2692400"/>
            <a:ext cx="0" cy="9486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7DD8147B-02B8-4560-85E4-FFFBFAD74BF5}"/>
              </a:ext>
            </a:extLst>
          </p:cNvPr>
          <p:cNvCxnSpPr>
            <a:cxnSpLocks/>
          </p:cNvCxnSpPr>
          <p:nvPr/>
        </p:nvCxnSpPr>
        <p:spPr>
          <a:xfrm>
            <a:off x="7319857" y="3934687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직사각형 323">
            <a:extLst>
              <a:ext uri="{FF2B5EF4-FFF2-40B4-BE49-F238E27FC236}">
                <a16:creationId xmlns:a16="http://schemas.microsoft.com/office/drawing/2014/main" id="{275F6655-8474-43B9-A1CD-829C34C59BDD}"/>
              </a:ext>
            </a:extLst>
          </p:cNvPr>
          <p:cNvSpPr/>
          <p:nvPr/>
        </p:nvSpPr>
        <p:spPr>
          <a:xfrm>
            <a:off x="5911852" y="4232464"/>
            <a:ext cx="634999" cy="44771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5" name="직사각형 324">
            <a:extLst>
              <a:ext uri="{FF2B5EF4-FFF2-40B4-BE49-F238E27FC236}">
                <a16:creationId xmlns:a16="http://schemas.microsoft.com/office/drawing/2014/main" id="{A3C856A3-4BD3-4289-9EF9-9C7DC2B0C679}"/>
              </a:ext>
            </a:extLst>
          </p:cNvPr>
          <p:cNvSpPr/>
          <p:nvPr/>
        </p:nvSpPr>
        <p:spPr>
          <a:xfrm>
            <a:off x="10910883" y="2967604"/>
            <a:ext cx="311677" cy="519539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6" name="직사각형 325">
            <a:extLst>
              <a:ext uri="{FF2B5EF4-FFF2-40B4-BE49-F238E27FC236}">
                <a16:creationId xmlns:a16="http://schemas.microsoft.com/office/drawing/2014/main" id="{ACA9789D-CFB2-4D79-B108-1695D50B2126}"/>
              </a:ext>
            </a:extLst>
          </p:cNvPr>
          <p:cNvSpPr/>
          <p:nvPr/>
        </p:nvSpPr>
        <p:spPr>
          <a:xfrm>
            <a:off x="854077" y="3004517"/>
            <a:ext cx="291164" cy="524962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46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7E9F345-6F74-4E8B-8ABB-4546C7C906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19" t="29074" r="21925" b="42037"/>
          <a:stretch/>
        </p:blipFill>
        <p:spPr>
          <a:xfrm>
            <a:off x="221315" y="1714500"/>
            <a:ext cx="11539904" cy="3429000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59AC894-A23F-4B6F-936F-F4BE0F093822}"/>
              </a:ext>
            </a:extLst>
          </p:cNvPr>
          <p:cNvCxnSpPr>
            <a:cxnSpLocks/>
          </p:cNvCxnSpPr>
          <p:nvPr/>
        </p:nvCxnSpPr>
        <p:spPr>
          <a:xfrm>
            <a:off x="1381167" y="2448560"/>
            <a:ext cx="0" cy="87947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3CDF787-1007-4004-A876-D3C5D9E3166F}"/>
              </a:ext>
            </a:extLst>
          </p:cNvPr>
          <p:cNvCxnSpPr>
            <a:cxnSpLocks/>
          </p:cNvCxnSpPr>
          <p:nvPr/>
        </p:nvCxnSpPr>
        <p:spPr>
          <a:xfrm flipV="1">
            <a:off x="1345607" y="2363470"/>
            <a:ext cx="412328" cy="8159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2A8EBC8-13C7-486E-AA9D-A252D88034A3}"/>
              </a:ext>
            </a:extLst>
          </p:cNvPr>
          <p:cNvCxnSpPr>
            <a:cxnSpLocks/>
          </p:cNvCxnSpPr>
          <p:nvPr/>
        </p:nvCxnSpPr>
        <p:spPr>
          <a:xfrm>
            <a:off x="1732090" y="2370969"/>
            <a:ext cx="2309727" cy="1409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5E9D52C-61E8-47D8-A09C-44D816886188}"/>
              </a:ext>
            </a:extLst>
          </p:cNvPr>
          <p:cNvCxnSpPr>
            <a:cxnSpLocks/>
          </p:cNvCxnSpPr>
          <p:nvPr/>
        </p:nvCxnSpPr>
        <p:spPr>
          <a:xfrm>
            <a:off x="4041817" y="2376170"/>
            <a:ext cx="1568450" cy="88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9D3CC4F-CA46-4A82-B181-58E57E0642F1}"/>
              </a:ext>
            </a:extLst>
          </p:cNvPr>
          <p:cNvCxnSpPr>
            <a:cxnSpLocks/>
          </p:cNvCxnSpPr>
          <p:nvPr/>
        </p:nvCxnSpPr>
        <p:spPr>
          <a:xfrm>
            <a:off x="2549567" y="2353310"/>
            <a:ext cx="0" cy="9486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F3B81D9-D653-490D-A578-54547B1DD00C}"/>
              </a:ext>
            </a:extLst>
          </p:cNvPr>
          <p:cNvCxnSpPr>
            <a:cxnSpLocks/>
          </p:cNvCxnSpPr>
          <p:nvPr/>
        </p:nvCxnSpPr>
        <p:spPr>
          <a:xfrm>
            <a:off x="4041817" y="2385060"/>
            <a:ext cx="0" cy="9486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9D36F2F-F58F-4933-8C08-4AB70E87A6EB}"/>
              </a:ext>
            </a:extLst>
          </p:cNvPr>
          <p:cNvCxnSpPr>
            <a:cxnSpLocks/>
          </p:cNvCxnSpPr>
          <p:nvPr/>
        </p:nvCxnSpPr>
        <p:spPr>
          <a:xfrm flipH="1">
            <a:off x="5613441" y="2366010"/>
            <a:ext cx="12700" cy="98678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103A4A5-C8F9-498B-8C71-EB9EE9A4D80E}"/>
              </a:ext>
            </a:extLst>
          </p:cNvPr>
          <p:cNvCxnSpPr>
            <a:cxnSpLocks/>
          </p:cNvCxnSpPr>
          <p:nvPr/>
        </p:nvCxnSpPr>
        <p:spPr>
          <a:xfrm>
            <a:off x="1381167" y="3312160"/>
            <a:ext cx="210565" cy="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DE6C90C-C1BF-41AA-A534-B22ACD5EB439}"/>
              </a:ext>
            </a:extLst>
          </p:cNvPr>
          <p:cNvCxnSpPr>
            <a:cxnSpLocks/>
          </p:cNvCxnSpPr>
          <p:nvPr/>
        </p:nvCxnSpPr>
        <p:spPr>
          <a:xfrm>
            <a:off x="2872317" y="3302000"/>
            <a:ext cx="404325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CB3F24F-A3B9-4297-AD7C-6A89C509ED5C}"/>
              </a:ext>
            </a:extLst>
          </p:cNvPr>
          <p:cNvCxnSpPr>
            <a:cxnSpLocks/>
          </p:cNvCxnSpPr>
          <p:nvPr/>
        </p:nvCxnSpPr>
        <p:spPr>
          <a:xfrm>
            <a:off x="4319626" y="3318510"/>
            <a:ext cx="73184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32CB2E2-685E-443F-ACA5-1D09F50B30DF}"/>
              </a:ext>
            </a:extLst>
          </p:cNvPr>
          <p:cNvCxnSpPr>
            <a:cxnSpLocks/>
          </p:cNvCxnSpPr>
          <p:nvPr/>
        </p:nvCxnSpPr>
        <p:spPr>
          <a:xfrm>
            <a:off x="968417" y="4347210"/>
            <a:ext cx="461645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8D468BF-64B3-4204-833C-8AEF8F7D82A5}"/>
              </a:ext>
            </a:extLst>
          </p:cNvPr>
          <p:cNvCxnSpPr>
            <a:cxnSpLocks/>
          </p:cNvCxnSpPr>
          <p:nvPr/>
        </p:nvCxnSpPr>
        <p:spPr>
          <a:xfrm>
            <a:off x="1000167" y="3601720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6AE9FF12-D700-4744-9E94-33D079D75CD0}"/>
              </a:ext>
            </a:extLst>
          </p:cNvPr>
          <p:cNvCxnSpPr>
            <a:cxnSpLocks/>
          </p:cNvCxnSpPr>
          <p:nvPr/>
        </p:nvCxnSpPr>
        <p:spPr>
          <a:xfrm>
            <a:off x="860467" y="3624580"/>
            <a:ext cx="69850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F46235E-19FF-478B-98D2-C5D6512D1320}"/>
              </a:ext>
            </a:extLst>
          </p:cNvPr>
          <p:cNvCxnSpPr>
            <a:cxnSpLocks/>
          </p:cNvCxnSpPr>
          <p:nvPr/>
        </p:nvCxnSpPr>
        <p:spPr>
          <a:xfrm>
            <a:off x="1698668" y="3624580"/>
            <a:ext cx="158749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F667DAE5-D3C8-464D-8BCC-C607DCD15619}"/>
              </a:ext>
            </a:extLst>
          </p:cNvPr>
          <p:cNvCxnSpPr>
            <a:cxnSpLocks/>
          </p:cNvCxnSpPr>
          <p:nvPr/>
        </p:nvCxnSpPr>
        <p:spPr>
          <a:xfrm>
            <a:off x="2160100" y="3623607"/>
            <a:ext cx="838198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059225C-E77B-49C4-9F26-1DCF223F07DF}"/>
              </a:ext>
            </a:extLst>
          </p:cNvPr>
          <p:cNvCxnSpPr>
            <a:cxnSpLocks/>
          </p:cNvCxnSpPr>
          <p:nvPr/>
        </p:nvCxnSpPr>
        <p:spPr>
          <a:xfrm>
            <a:off x="3184568" y="3636010"/>
            <a:ext cx="622298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3C1F998-0CF4-45F9-9A07-17CA0F562872}"/>
              </a:ext>
            </a:extLst>
          </p:cNvPr>
          <p:cNvCxnSpPr>
            <a:cxnSpLocks/>
          </p:cNvCxnSpPr>
          <p:nvPr/>
        </p:nvCxnSpPr>
        <p:spPr>
          <a:xfrm>
            <a:off x="3921168" y="3636010"/>
            <a:ext cx="262466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1E327BA-4B95-4A1E-A258-229621783721}"/>
              </a:ext>
            </a:extLst>
          </p:cNvPr>
          <p:cNvCxnSpPr>
            <a:cxnSpLocks/>
          </p:cNvCxnSpPr>
          <p:nvPr/>
        </p:nvCxnSpPr>
        <p:spPr>
          <a:xfrm>
            <a:off x="5083218" y="3636010"/>
            <a:ext cx="514349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3127F8D0-61C1-489A-AA6F-B6C45EF929EC}"/>
              </a:ext>
            </a:extLst>
          </p:cNvPr>
          <p:cNvCxnSpPr>
            <a:cxnSpLocks/>
          </p:cNvCxnSpPr>
          <p:nvPr/>
        </p:nvCxnSpPr>
        <p:spPr>
          <a:xfrm>
            <a:off x="5584867" y="3601720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6B9A233-11AB-45E7-9A0D-A5F354337D18}"/>
              </a:ext>
            </a:extLst>
          </p:cNvPr>
          <p:cNvCxnSpPr>
            <a:cxnSpLocks/>
          </p:cNvCxnSpPr>
          <p:nvPr/>
        </p:nvCxnSpPr>
        <p:spPr>
          <a:xfrm>
            <a:off x="4437635" y="3618527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F5CF41E-A101-4C1F-9188-46AD123EF9A4}"/>
              </a:ext>
            </a:extLst>
          </p:cNvPr>
          <p:cNvCxnSpPr>
            <a:cxnSpLocks/>
          </p:cNvCxnSpPr>
          <p:nvPr/>
        </p:nvCxnSpPr>
        <p:spPr>
          <a:xfrm>
            <a:off x="4060867" y="3636645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044C2B2-5F58-43C3-AD0D-BB96A51CE7E5}"/>
              </a:ext>
            </a:extLst>
          </p:cNvPr>
          <p:cNvCxnSpPr>
            <a:cxnSpLocks/>
          </p:cNvCxnSpPr>
          <p:nvPr/>
        </p:nvCxnSpPr>
        <p:spPr>
          <a:xfrm>
            <a:off x="3295692" y="3601720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3827EF23-E2C1-4DD1-94C4-52B92CB99312}"/>
              </a:ext>
            </a:extLst>
          </p:cNvPr>
          <p:cNvCxnSpPr>
            <a:cxnSpLocks/>
          </p:cNvCxnSpPr>
          <p:nvPr/>
        </p:nvCxnSpPr>
        <p:spPr>
          <a:xfrm>
            <a:off x="3692566" y="3636010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10263FC-0826-48BE-B64E-28D76DD8EE8D}"/>
              </a:ext>
            </a:extLst>
          </p:cNvPr>
          <p:cNvCxnSpPr>
            <a:cxnSpLocks/>
          </p:cNvCxnSpPr>
          <p:nvPr/>
        </p:nvCxnSpPr>
        <p:spPr>
          <a:xfrm>
            <a:off x="1752396" y="3636010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9C5816D-91D2-4D2A-A948-C60688B9898D}"/>
              </a:ext>
            </a:extLst>
          </p:cNvPr>
          <p:cNvCxnSpPr>
            <a:cxnSpLocks/>
          </p:cNvCxnSpPr>
          <p:nvPr/>
        </p:nvCxnSpPr>
        <p:spPr>
          <a:xfrm>
            <a:off x="5584867" y="3903980"/>
            <a:ext cx="25400" cy="4660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ACC50D9C-3916-40EB-8003-78ACBC42E39F}"/>
              </a:ext>
            </a:extLst>
          </p:cNvPr>
          <p:cNvCxnSpPr>
            <a:cxnSpLocks/>
          </p:cNvCxnSpPr>
          <p:nvPr/>
        </p:nvCxnSpPr>
        <p:spPr>
          <a:xfrm>
            <a:off x="5565818" y="3903980"/>
            <a:ext cx="425449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C4C4580-70DA-47E2-A66B-5355FFE89A4B}"/>
              </a:ext>
            </a:extLst>
          </p:cNvPr>
          <p:cNvCxnSpPr>
            <a:cxnSpLocks/>
          </p:cNvCxnSpPr>
          <p:nvPr/>
        </p:nvCxnSpPr>
        <p:spPr>
          <a:xfrm>
            <a:off x="5959517" y="4649470"/>
            <a:ext cx="73025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3FE214CE-A6CF-4CA4-98B3-3EBFBF6032CB}"/>
              </a:ext>
            </a:extLst>
          </p:cNvPr>
          <p:cNvCxnSpPr>
            <a:cxnSpLocks/>
          </p:cNvCxnSpPr>
          <p:nvPr/>
        </p:nvCxnSpPr>
        <p:spPr>
          <a:xfrm>
            <a:off x="5584867" y="2569209"/>
            <a:ext cx="1022265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3BF92D42-4761-444E-BC61-E8939A78870A}"/>
              </a:ext>
            </a:extLst>
          </p:cNvPr>
          <p:cNvCxnSpPr>
            <a:cxnSpLocks/>
          </p:cNvCxnSpPr>
          <p:nvPr/>
        </p:nvCxnSpPr>
        <p:spPr>
          <a:xfrm flipH="1">
            <a:off x="6607132" y="2366009"/>
            <a:ext cx="12700" cy="98678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AB01C423-37D9-4746-A9D2-6899FE417349}"/>
              </a:ext>
            </a:extLst>
          </p:cNvPr>
          <p:cNvCxnSpPr>
            <a:cxnSpLocks/>
          </p:cNvCxnSpPr>
          <p:nvPr/>
        </p:nvCxnSpPr>
        <p:spPr>
          <a:xfrm flipV="1">
            <a:off x="6583317" y="2376170"/>
            <a:ext cx="3929150" cy="2413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415F527-6565-46E8-935D-E4C1BF9A460C}"/>
              </a:ext>
            </a:extLst>
          </p:cNvPr>
          <p:cNvCxnSpPr>
            <a:cxnSpLocks/>
          </p:cNvCxnSpPr>
          <p:nvPr/>
        </p:nvCxnSpPr>
        <p:spPr>
          <a:xfrm>
            <a:off x="7143791" y="3321048"/>
            <a:ext cx="844551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0F221833-9188-4868-B7D6-0CFEE986F8B9}"/>
              </a:ext>
            </a:extLst>
          </p:cNvPr>
          <p:cNvCxnSpPr>
            <a:cxnSpLocks/>
          </p:cNvCxnSpPr>
          <p:nvPr/>
        </p:nvCxnSpPr>
        <p:spPr>
          <a:xfrm>
            <a:off x="6063234" y="3318510"/>
            <a:ext cx="759968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24C977E7-FBDC-459B-8AFD-909C0055EB15}"/>
              </a:ext>
            </a:extLst>
          </p:cNvPr>
          <p:cNvCxnSpPr>
            <a:cxnSpLocks/>
          </p:cNvCxnSpPr>
          <p:nvPr/>
        </p:nvCxnSpPr>
        <p:spPr>
          <a:xfrm>
            <a:off x="8166141" y="3324858"/>
            <a:ext cx="523873" cy="635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EB5A2757-9695-4DBC-86CD-3BC41B2495BD}"/>
              </a:ext>
            </a:extLst>
          </p:cNvPr>
          <p:cNvCxnSpPr>
            <a:cxnSpLocks/>
          </p:cNvCxnSpPr>
          <p:nvPr/>
        </p:nvCxnSpPr>
        <p:spPr>
          <a:xfrm>
            <a:off x="8902741" y="3334382"/>
            <a:ext cx="844551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5BF031E-2E5D-41DE-9C2E-7ADF9779083D}"/>
              </a:ext>
            </a:extLst>
          </p:cNvPr>
          <p:cNvCxnSpPr>
            <a:cxnSpLocks/>
          </p:cNvCxnSpPr>
          <p:nvPr/>
        </p:nvCxnSpPr>
        <p:spPr>
          <a:xfrm flipH="1">
            <a:off x="8229641" y="2380614"/>
            <a:ext cx="12700" cy="98678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C1BED6B0-C6E7-43B5-A242-A4D85DC222B9}"/>
              </a:ext>
            </a:extLst>
          </p:cNvPr>
          <p:cNvCxnSpPr>
            <a:cxnSpLocks/>
          </p:cNvCxnSpPr>
          <p:nvPr/>
        </p:nvCxnSpPr>
        <p:spPr>
          <a:xfrm>
            <a:off x="9745133" y="2376170"/>
            <a:ext cx="5335" cy="98996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E0C8FDE2-754E-48E2-BE74-FA53E4B4C930}"/>
              </a:ext>
            </a:extLst>
          </p:cNvPr>
          <p:cNvCxnSpPr>
            <a:cxnSpLocks/>
          </p:cNvCxnSpPr>
          <p:nvPr/>
        </p:nvCxnSpPr>
        <p:spPr>
          <a:xfrm flipH="1">
            <a:off x="10881538" y="2453003"/>
            <a:ext cx="12700" cy="89979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EE47E83-9540-40E0-84EA-E782ADFEBBF2}"/>
              </a:ext>
            </a:extLst>
          </p:cNvPr>
          <p:cNvCxnSpPr>
            <a:cxnSpLocks/>
          </p:cNvCxnSpPr>
          <p:nvPr/>
        </p:nvCxnSpPr>
        <p:spPr>
          <a:xfrm>
            <a:off x="10275928" y="3312161"/>
            <a:ext cx="352426" cy="634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82F4A989-99E5-469A-A9FF-BD511994C1D1}"/>
              </a:ext>
            </a:extLst>
          </p:cNvPr>
          <p:cNvCxnSpPr>
            <a:cxnSpLocks/>
          </p:cNvCxnSpPr>
          <p:nvPr/>
        </p:nvCxnSpPr>
        <p:spPr>
          <a:xfrm>
            <a:off x="10501183" y="2363470"/>
            <a:ext cx="420857" cy="13843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4E38F14-0BDC-4DB0-AAA5-745DC6DE7AC1}"/>
              </a:ext>
            </a:extLst>
          </p:cNvPr>
          <p:cNvCxnSpPr>
            <a:cxnSpLocks/>
          </p:cNvCxnSpPr>
          <p:nvPr/>
        </p:nvCxnSpPr>
        <p:spPr>
          <a:xfrm>
            <a:off x="6654842" y="4364017"/>
            <a:ext cx="461645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AC13487C-8823-4A23-94F6-BD3722CBA750}"/>
              </a:ext>
            </a:extLst>
          </p:cNvPr>
          <p:cNvCxnSpPr>
            <a:cxnSpLocks/>
          </p:cNvCxnSpPr>
          <p:nvPr/>
        </p:nvCxnSpPr>
        <p:spPr>
          <a:xfrm>
            <a:off x="6686592" y="3618527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532166E2-700C-43A1-8A83-332E6682C925}"/>
              </a:ext>
            </a:extLst>
          </p:cNvPr>
          <p:cNvCxnSpPr>
            <a:cxnSpLocks/>
          </p:cNvCxnSpPr>
          <p:nvPr/>
        </p:nvCxnSpPr>
        <p:spPr>
          <a:xfrm>
            <a:off x="6546892" y="3641387"/>
            <a:ext cx="27631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76099508-9207-4055-961F-924EE7D56371}"/>
              </a:ext>
            </a:extLst>
          </p:cNvPr>
          <p:cNvCxnSpPr>
            <a:cxnSpLocks/>
          </p:cNvCxnSpPr>
          <p:nvPr/>
        </p:nvCxnSpPr>
        <p:spPr>
          <a:xfrm>
            <a:off x="6951133" y="3644476"/>
            <a:ext cx="592709" cy="537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FF96BE37-DFF2-4356-A226-2B184720D0A0}"/>
              </a:ext>
            </a:extLst>
          </p:cNvPr>
          <p:cNvCxnSpPr>
            <a:cxnSpLocks/>
          </p:cNvCxnSpPr>
          <p:nvPr/>
        </p:nvCxnSpPr>
        <p:spPr>
          <a:xfrm>
            <a:off x="7676135" y="3649853"/>
            <a:ext cx="274065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60D2F1CF-BD3A-4DE0-8CDD-7D7CED05DD3D}"/>
              </a:ext>
            </a:extLst>
          </p:cNvPr>
          <p:cNvCxnSpPr>
            <a:cxnSpLocks/>
          </p:cNvCxnSpPr>
          <p:nvPr/>
        </p:nvCxnSpPr>
        <p:spPr>
          <a:xfrm>
            <a:off x="10769643" y="3652817"/>
            <a:ext cx="514349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44E1E073-C6E5-4260-9BF3-A78E8B5B5378}"/>
              </a:ext>
            </a:extLst>
          </p:cNvPr>
          <p:cNvCxnSpPr>
            <a:cxnSpLocks/>
          </p:cNvCxnSpPr>
          <p:nvPr/>
        </p:nvCxnSpPr>
        <p:spPr>
          <a:xfrm>
            <a:off x="11271292" y="3618527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845F9021-525D-4500-BF0A-2BD825581A81}"/>
              </a:ext>
            </a:extLst>
          </p:cNvPr>
          <p:cNvCxnSpPr>
            <a:cxnSpLocks/>
          </p:cNvCxnSpPr>
          <p:nvPr/>
        </p:nvCxnSpPr>
        <p:spPr>
          <a:xfrm>
            <a:off x="10525167" y="3641387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4EEB2017-BA0D-450A-92F1-32C9D691F8C0}"/>
              </a:ext>
            </a:extLst>
          </p:cNvPr>
          <p:cNvCxnSpPr>
            <a:cxnSpLocks/>
          </p:cNvCxnSpPr>
          <p:nvPr/>
        </p:nvCxnSpPr>
        <p:spPr>
          <a:xfrm>
            <a:off x="10111358" y="3665094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1D6E2EF6-CE7C-45FA-AB8D-610608DCBC7C}"/>
              </a:ext>
            </a:extLst>
          </p:cNvPr>
          <p:cNvCxnSpPr>
            <a:cxnSpLocks/>
          </p:cNvCxnSpPr>
          <p:nvPr/>
        </p:nvCxnSpPr>
        <p:spPr>
          <a:xfrm>
            <a:off x="8982117" y="3618527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E9FF1D08-EFEF-4849-8F5E-1E808F25963F}"/>
              </a:ext>
            </a:extLst>
          </p:cNvPr>
          <p:cNvCxnSpPr>
            <a:cxnSpLocks/>
          </p:cNvCxnSpPr>
          <p:nvPr/>
        </p:nvCxnSpPr>
        <p:spPr>
          <a:xfrm>
            <a:off x="8172533" y="3642587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F5729DC0-F239-4A0D-A324-20B02B986E3B}"/>
              </a:ext>
            </a:extLst>
          </p:cNvPr>
          <p:cNvCxnSpPr>
            <a:cxnSpLocks/>
          </p:cNvCxnSpPr>
          <p:nvPr/>
        </p:nvCxnSpPr>
        <p:spPr>
          <a:xfrm>
            <a:off x="7464467" y="3636010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3F893A91-8EED-4B90-8542-06A5615BC198}"/>
              </a:ext>
            </a:extLst>
          </p:cNvPr>
          <p:cNvCxnSpPr>
            <a:cxnSpLocks/>
          </p:cNvCxnSpPr>
          <p:nvPr/>
        </p:nvCxnSpPr>
        <p:spPr>
          <a:xfrm>
            <a:off x="11271292" y="3920787"/>
            <a:ext cx="25400" cy="4660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4E002643-7FDB-49A9-9B12-C7CF97AEB929}"/>
              </a:ext>
            </a:extLst>
          </p:cNvPr>
          <p:cNvCxnSpPr>
            <a:cxnSpLocks/>
          </p:cNvCxnSpPr>
          <p:nvPr/>
        </p:nvCxnSpPr>
        <p:spPr>
          <a:xfrm flipV="1">
            <a:off x="10931566" y="3138273"/>
            <a:ext cx="95251" cy="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785FE51A-52A7-49D4-AF83-362F8985F7A1}"/>
              </a:ext>
            </a:extLst>
          </p:cNvPr>
          <p:cNvCxnSpPr>
            <a:cxnSpLocks/>
          </p:cNvCxnSpPr>
          <p:nvPr/>
        </p:nvCxnSpPr>
        <p:spPr>
          <a:xfrm>
            <a:off x="3261869" y="3302000"/>
            <a:ext cx="150198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95766E07-03C7-4B30-842A-D3B0068E2BB9}"/>
              </a:ext>
            </a:extLst>
          </p:cNvPr>
          <p:cNvCxnSpPr>
            <a:cxnSpLocks/>
          </p:cNvCxnSpPr>
          <p:nvPr/>
        </p:nvCxnSpPr>
        <p:spPr>
          <a:xfrm>
            <a:off x="4288367" y="3665094"/>
            <a:ext cx="58530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2093B2B6-6A86-40C4-90BF-3BCCCBCC1A36}"/>
              </a:ext>
            </a:extLst>
          </p:cNvPr>
          <p:cNvCxnSpPr>
            <a:cxnSpLocks/>
          </p:cNvCxnSpPr>
          <p:nvPr/>
        </p:nvCxnSpPr>
        <p:spPr>
          <a:xfrm>
            <a:off x="5190109" y="3652817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78C7044C-B46C-4EB2-9C7B-58C04EBA3C03}"/>
              </a:ext>
            </a:extLst>
          </p:cNvPr>
          <p:cNvCxnSpPr>
            <a:cxnSpLocks/>
          </p:cNvCxnSpPr>
          <p:nvPr/>
        </p:nvCxnSpPr>
        <p:spPr>
          <a:xfrm>
            <a:off x="5991267" y="3927434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1E4AE51-742E-40EB-BAC1-F533679429BB}"/>
              </a:ext>
            </a:extLst>
          </p:cNvPr>
          <p:cNvCxnSpPr>
            <a:cxnSpLocks/>
          </p:cNvCxnSpPr>
          <p:nvPr/>
        </p:nvCxnSpPr>
        <p:spPr>
          <a:xfrm>
            <a:off x="6686592" y="3906902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77A2545-FB46-45C1-93C7-93A9C76FC5B0}"/>
              </a:ext>
            </a:extLst>
          </p:cNvPr>
          <p:cNvCxnSpPr>
            <a:cxnSpLocks/>
          </p:cNvCxnSpPr>
          <p:nvPr/>
        </p:nvCxnSpPr>
        <p:spPr>
          <a:xfrm>
            <a:off x="7834884" y="3665094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B31B24E7-6D2A-414E-8D36-AC30E8A8516A}"/>
              </a:ext>
            </a:extLst>
          </p:cNvPr>
          <p:cNvCxnSpPr>
            <a:cxnSpLocks/>
          </p:cNvCxnSpPr>
          <p:nvPr/>
        </p:nvCxnSpPr>
        <p:spPr>
          <a:xfrm>
            <a:off x="8596617" y="3652817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74D36480-F677-4697-9300-02276D42C5AA}"/>
              </a:ext>
            </a:extLst>
          </p:cNvPr>
          <p:cNvCxnSpPr>
            <a:cxnSpLocks/>
          </p:cNvCxnSpPr>
          <p:nvPr/>
        </p:nvCxnSpPr>
        <p:spPr>
          <a:xfrm>
            <a:off x="9375817" y="3636010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AA257466-617A-45C9-99E6-7B4608AB7E44}"/>
              </a:ext>
            </a:extLst>
          </p:cNvPr>
          <p:cNvCxnSpPr>
            <a:cxnSpLocks/>
          </p:cNvCxnSpPr>
          <p:nvPr/>
        </p:nvCxnSpPr>
        <p:spPr>
          <a:xfrm flipH="1">
            <a:off x="10505457" y="2409703"/>
            <a:ext cx="12700" cy="89979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E2C747DF-E2B6-40D7-9A6A-47FBE076BD50}"/>
              </a:ext>
            </a:extLst>
          </p:cNvPr>
          <p:cNvCxnSpPr>
            <a:cxnSpLocks/>
          </p:cNvCxnSpPr>
          <p:nvPr/>
        </p:nvCxnSpPr>
        <p:spPr>
          <a:xfrm flipV="1">
            <a:off x="5480134" y="3320626"/>
            <a:ext cx="354500" cy="211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118B9DB3-8B3B-4BB6-B07C-25A787F87D1A}"/>
              </a:ext>
            </a:extLst>
          </p:cNvPr>
          <p:cNvCxnSpPr>
            <a:cxnSpLocks/>
          </p:cNvCxnSpPr>
          <p:nvPr/>
        </p:nvCxnSpPr>
        <p:spPr>
          <a:xfrm>
            <a:off x="11346432" y="2664460"/>
            <a:ext cx="0" cy="97812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6D6897D9-D6E2-4250-87BA-EDF5CD10FB9A}"/>
              </a:ext>
            </a:extLst>
          </p:cNvPr>
          <p:cNvCxnSpPr>
            <a:cxnSpLocks/>
          </p:cNvCxnSpPr>
          <p:nvPr/>
        </p:nvCxnSpPr>
        <p:spPr>
          <a:xfrm flipV="1">
            <a:off x="11008826" y="2688840"/>
            <a:ext cx="337606" cy="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C79B5B8-28C7-43A5-B924-96410D1AFBD3}"/>
              </a:ext>
            </a:extLst>
          </p:cNvPr>
          <p:cNvCxnSpPr>
            <a:cxnSpLocks/>
          </p:cNvCxnSpPr>
          <p:nvPr/>
        </p:nvCxnSpPr>
        <p:spPr>
          <a:xfrm>
            <a:off x="953155" y="2640400"/>
            <a:ext cx="0" cy="97812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BFFDBAAA-1E1E-4FE0-8667-DABCBD4E8349}"/>
              </a:ext>
            </a:extLst>
          </p:cNvPr>
          <p:cNvCxnSpPr>
            <a:cxnSpLocks/>
          </p:cNvCxnSpPr>
          <p:nvPr/>
        </p:nvCxnSpPr>
        <p:spPr>
          <a:xfrm flipV="1">
            <a:off x="927148" y="2675504"/>
            <a:ext cx="337606" cy="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5177363E-A271-4D86-A624-9103173C05C9}"/>
              </a:ext>
            </a:extLst>
          </p:cNvPr>
          <p:cNvCxnSpPr>
            <a:cxnSpLocks/>
          </p:cNvCxnSpPr>
          <p:nvPr/>
        </p:nvCxnSpPr>
        <p:spPr>
          <a:xfrm>
            <a:off x="1264754" y="2640400"/>
            <a:ext cx="0" cy="4826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F899EA0D-94A6-4CFA-B71E-2C3FF4E5B75B}"/>
              </a:ext>
            </a:extLst>
          </p:cNvPr>
          <p:cNvCxnSpPr>
            <a:cxnSpLocks/>
          </p:cNvCxnSpPr>
          <p:nvPr/>
        </p:nvCxnSpPr>
        <p:spPr>
          <a:xfrm>
            <a:off x="1234599" y="3136900"/>
            <a:ext cx="178317" cy="896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EB66EF6B-233D-433C-9CD3-08E246B9290A}"/>
              </a:ext>
            </a:extLst>
          </p:cNvPr>
          <p:cNvCxnSpPr>
            <a:cxnSpLocks/>
          </p:cNvCxnSpPr>
          <p:nvPr/>
        </p:nvCxnSpPr>
        <p:spPr>
          <a:xfrm>
            <a:off x="1757935" y="2353310"/>
            <a:ext cx="0" cy="9486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FC4EDF7C-1375-4DE9-AE45-61F2DF475401}"/>
              </a:ext>
            </a:extLst>
          </p:cNvPr>
          <p:cNvCxnSpPr>
            <a:cxnSpLocks/>
          </p:cNvCxnSpPr>
          <p:nvPr/>
        </p:nvCxnSpPr>
        <p:spPr>
          <a:xfrm>
            <a:off x="1742829" y="3309498"/>
            <a:ext cx="527845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FCDD1EBB-1609-4F5A-B1D8-C52B699278F6}"/>
              </a:ext>
            </a:extLst>
          </p:cNvPr>
          <p:cNvCxnSpPr>
            <a:cxnSpLocks/>
          </p:cNvCxnSpPr>
          <p:nvPr/>
        </p:nvCxnSpPr>
        <p:spPr>
          <a:xfrm>
            <a:off x="3656668" y="3331422"/>
            <a:ext cx="150198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34CD89AF-6ABF-4F64-A9B5-0B8CF7307724}"/>
              </a:ext>
            </a:extLst>
          </p:cNvPr>
          <p:cNvCxnSpPr>
            <a:cxnSpLocks/>
          </p:cNvCxnSpPr>
          <p:nvPr/>
        </p:nvCxnSpPr>
        <p:spPr>
          <a:xfrm>
            <a:off x="3985768" y="3305599"/>
            <a:ext cx="150198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9E0EEC21-9CB4-44DC-9E5A-AE88B4B2DBBC}"/>
              </a:ext>
            </a:extLst>
          </p:cNvPr>
          <p:cNvCxnSpPr>
            <a:cxnSpLocks/>
          </p:cNvCxnSpPr>
          <p:nvPr/>
        </p:nvCxnSpPr>
        <p:spPr>
          <a:xfrm>
            <a:off x="3254459" y="2363470"/>
            <a:ext cx="0" cy="9486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3C7CD700-9F1F-41D0-9071-704CA339FD41}"/>
              </a:ext>
            </a:extLst>
          </p:cNvPr>
          <p:cNvCxnSpPr>
            <a:cxnSpLocks/>
          </p:cNvCxnSpPr>
          <p:nvPr/>
        </p:nvCxnSpPr>
        <p:spPr>
          <a:xfrm>
            <a:off x="4826042" y="2369820"/>
            <a:ext cx="0" cy="9486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0B1B1154-6A56-4F9F-8D37-F37127B6E169}"/>
              </a:ext>
            </a:extLst>
          </p:cNvPr>
          <p:cNvCxnSpPr>
            <a:cxnSpLocks/>
          </p:cNvCxnSpPr>
          <p:nvPr/>
        </p:nvCxnSpPr>
        <p:spPr>
          <a:xfrm>
            <a:off x="2484762" y="3636010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FA6C1FE6-0026-4B5F-9019-50F746E96EDE}"/>
              </a:ext>
            </a:extLst>
          </p:cNvPr>
          <p:cNvCxnSpPr>
            <a:cxnSpLocks/>
          </p:cNvCxnSpPr>
          <p:nvPr/>
        </p:nvCxnSpPr>
        <p:spPr>
          <a:xfrm>
            <a:off x="2872317" y="3636010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0098CAE3-7E9B-47C0-B264-3C4E2692353E}"/>
              </a:ext>
            </a:extLst>
          </p:cNvPr>
          <p:cNvCxnSpPr>
            <a:cxnSpLocks/>
          </p:cNvCxnSpPr>
          <p:nvPr/>
        </p:nvCxnSpPr>
        <p:spPr>
          <a:xfrm>
            <a:off x="4780535" y="3642587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997E3712-6DE6-4D25-B857-698CDA7C59EC}"/>
              </a:ext>
            </a:extLst>
          </p:cNvPr>
          <p:cNvCxnSpPr>
            <a:cxnSpLocks/>
          </p:cNvCxnSpPr>
          <p:nvPr/>
        </p:nvCxnSpPr>
        <p:spPr>
          <a:xfrm flipH="1">
            <a:off x="7411464" y="2356633"/>
            <a:ext cx="12700" cy="98678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CA044DBA-FDC8-467D-8092-CA2B60C4A33B}"/>
              </a:ext>
            </a:extLst>
          </p:cNvPr>
          <p:cNvCxnSpPr>
            <a:cxnSpLocks/>
          </p:cNvCxnSpPr>
          <p:nvPr/>
        </p:nvCxnSpPr>
        <p:spPr>
          <a:xfrm>
            <a:off x="8968886" y="2349183"/>
            <a:ext cx="5335" cy="98996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143E1B7A-566A-4717-ACF2-D8ED7D379BE2}"/>
              </a:ext>
            </a:extLst>
          </p:cNvPr>
          <p:cNvCxnSpPr>
            <a:cxnSpLocks/>
          </p:cNvCxnSpPr>
          <p:nvPr/>
        </p:nvCxnSpPr>
        <p:spPr>
          <a:xfrm>
            <a:off x="9745133" y="3636010"/>
            <a:ext cx="0" cy="7454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2D279A91-C8B0-4F44-8EFC-998B12EB8482}"/>
              </a:ext>
            </a:extLst>
          </p:cNvPr>
          <p:cNvCxnSpPr>
            <a:cxnSpLocks/>
          </p:cNvCxnSpPr>
          <p:nvPr/>
        </p:nvCxnSpPr>
        <p:spPr>
          <a:xfrm>
            <a:off x="8057176" y="3649853"/>
            <a:ext cx="274065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491E6D74-E7BC-4032-AA14-7953A65ACCD8}"/>
              </a:ext>
            </a:extLst>
          </p:cNvPr>
          <p:cNvCxnSpPr>
            <a:cxnSpLocks/>
          </p:cNvCxnSpPr>
          <p:nvPr/>
        </p:nvCxnSpPr>
        <p:spPr>
          <a:xfrm>
            <a:off x="8428426" y="3649853"/>
            <a:ext cx="274065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05DC2B03-6AD8-4855-907C-60748AEDC0C2}"/>
              </a:ext>
            </a:extLst>
          </p:cNvPr>
          <p:cNvCxnSpPr>
            <a:cxnSpLocks/>
          </p:cNvCxnSpPr>
          <p:nvPr/>
        </p:nvCxnSpPr>
        <p:spPr>
          <a:xfrm>
            <a:off x="8827479" y="3651773"/>
            <a:ext cx="274065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4896F70B-CBAA-4839-9204-A119D72CBDA2}"/>
              </a:ext>
            </a:extLst>
          </p:cNvPr>
          <p:cNvCxnSpPr>
            <a:cxnSpLocks/>
          </p:cNvCxnSpPr>
          <p:nvPr/>
        </p:nvCxnSpPr>
        <p:spPr>
          <a:xfrm>
            <a:off x="9207463" y="3663500"/>
            <a:ext cx="274065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A436FEC4-2FE1-49AD-9A70-0AC867F77B6F}"/>
              </a:ext>
            </a:extLst>
          </p:cNvPr>
          <p:cNvCxnSpPr>
            <a:cxnSpLocks/>
          </p:cNvCxnSpPr>
          <p:nvPr/>
        </p:nvCxnSpPr>
        <p:spPr>
          <a:xfrm>
            <a:off x="9575763" y="3663500"/>
            <a:ext cx="274065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B7E0AB1A-4980-451C-880D-3A55581C55FD}"/>
              </a:ext>
            </a:extLst>
          </p:cNvPr>
          <p:cNvCxnSpPr>
            <a:cxnSpLocks/>
          </p:cNvCxnSpPr>
          <p:nvPr/>
        </p:nvCxnSpPr>
        <p:spPr>
          <a:xfrm>
            <a:off x="9974325" y="3663500"/>
            <a:ext cx="274065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35E58215-47B0-4C38-97BA-C843AF0CF7D2}"/>
              </a:ext>
            </a:extLst>
          </p:cNvPr>
          <p:cNvCxnSpPr>
            <a:cxnSpLocks/>
          </p:cNvCxnSpPr>
          <p:nvPr/>
        </p:nvCxnSpPr>
        <p:spPr>
          <a:xfrm>
            <a:off x="10364150" y="3667310"/>
            <a:ext cx="274065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D02421A4-D7FF-43C8-AB18-64C351EC4ACC}"/>
              </a:ext>
            </a:extLst>
          </p:cNvPr>
          <p:cNvSpPr/>
          <p:nvPr/>
        </p:nvSpPr>
        <p:spPr>
          <a:xfrm>
            <a:off x="6013491" y="3927434"/>
            <a:ext cx="634999" cy="44771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6CE9F5AA-36E4-4BE2-A0F6-6B8337E60F3E}"/>
              </a:ext>
            </a:extLst>
          </p:cNvPr>
          <p:cNvSpPr/>
          <p:nvPr/>
        </p:nvSpPr>
        <p:spPr>
          <a:xfrm>
            <a:off x="10970379" y="2688840"/>
            <a:ext cx="311677" cy="519539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4C4FCD8A-07BA-407C-BF4B-82C476E4335B}"/>
              </a:ext>
            </a:extLst>
          </p:cNvPr>
          <p:cNvSpPr/>
          <p:nvPr/>
        </p:nvSpPr>
        <p:spPr>
          <a:xfrm>
            <a:off x="970537" y="2698366"/>
            <a:ext cx="291164" cy="524962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404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72D31FF-1BAE-4E96-A862-E1E3788F1E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1" t="29815" r="20533" b="36667"/>
          <a:stretch/>
        </p:blipFill>
        <p:spPr>
          <a:xfrm>
            <a:off x="349425" y="1346200"/>
            <a:ext cx="11493149" cy="39624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B8E8958-29DA-4D8C-8ADB-A91D30A2AAE9}"/>
              </a:ext>
            </a:extLst>
          </p:cNvPr>
          <p:cNvSpPr/>
          <p:nvPr/>
        </p:nvSpPr>
        <p:spPr>
          <a:xfrm>
            <a:off x="629728" y="957532"/>
            <a:ext cx="4899804" cy="1466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C4AF66CE-4257-497D-89B6-414D89AA9B5D}"/>
              </a:ext>
            </a:extLst>
          </p:cNvPr>
          <p:cNvSpPr/>
          <p:nvPr/>
        </p:nvSpPr>
        <p:spPr>
          <a:xfrm>
            <a:off x="7095170" y="957532"/>
            <a:ext cx="4899804" cy="1466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0EB7BE11-4DEF-444B-A180-7EA004A6A613}"/>
              </a:ext>
            </a:extLst>
          </p:cNvPr>
          <p:cNvSpPr/>
          <p:nvPr/>
        </p:nvSpPr>
        <p:spPr>
          <a:xfrm>
            <a:off x="3650351" y="1121433"/>
            <a:ext cx="4899804" cy="738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CE1D2D1F-05A3-4051-BEE3-AE1F0E8D7CDB}"/>
              </a:ext>
            </a:extLst>
          </p:cNvPr>
          <p:cNvSpPr/>
          <p:nvPr/>
        </p:nvSpPr>
        <p:spPr>
          <a:xfrm>
            <a:off x="197025" y="4569603"/>
            <a:ext cx="5391395" cy="738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8D29EDB1-F3DF-4602-B9B4-2222864B86D9}"/>
              </a:ext>
            </a:extLst>
          </p:cNvPr>
          <p:cNvSpPr/>
          <p:nvPr/>
        </p:nvSpPr>
        <p:spPr>
          <a:xfrm>
            <a:off x="6732971" y="4563853"/>
            <a:ext cx="5391395" cy="738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1FBC05D-9FEF-42F7-8232-4F4305595E20}"/>
              </a:ext>
            </a:extLst>
          </p:cNvPr>
          <p:cNvSpPr/>
          <p:nvPr/>
        </p:nvSpPr>
        <p:spPr>
          <a:xfrm>
            <a:off x="3033619" y="4794370"/>
            <a:ext cx="5391395" cy="738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4D3AFD4-8A33-4613-AFFD-2B3C377A1D9D}"/>
              </a:ext>
            </a:extLst>
          </p:cNvPr>
          <p:cNvSpPr/>
          <p:nvPr/>
        </p:nvSpPr>
        <p:spPr>
          <a:xfrm>
            <a:off x="347936" y="2360764"/>
            <a:ext cx="497453" cy="2433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6686188E-774C-467D-AD32-00F81026EE76}"/>
              </a:ext>
            </a:extLst>
          </p:cNvPr>
          <p:cNvSpPr/>
          <p:nvPr/>
        </p:nvSpPr>
        <p:spPr>
          <a:xfrm>
            <a:off x="11486017" y="2110597"/>
            <a:ext cx="497453" cy="2433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92170-AE14-4DB3-AD10-0757F931EEC5}"/>
              </a:ext>
            </a:extLst>
          </p:cNvPr>
          <p:cNvSpPr txBox="1"/>
          <p:nvPr/>
        </p:nvSpPr>
        <p:spPr>
          <a:xfrm flipH="1">
            <a:off x="460252" y="3267467"/>
            <a:ext cx="68398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b="0" i="0" dirty="0">
                <a:solidFill>
                  <a:srgbClr val="FF0000"/>
                </a:solidFill>
                <a:effectLst/>
                <a:latin typeface="Inter"/>
              </a:rPr>
              <a:t>219, 746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9E9C3D6-44D1-47E8-B5DE-7F18565855A8}"/>
              </a:ext>
            </a:extLst>
          </p:cNvPr>
          <p:cNvSpPr txBox="1"/>
          <p:nvPr/>
        </p:nvSpPr>
        <p:spPr>
          <a:xfrm>
            <a:off x="460252" y="3733090"/>
            <a:ext cx="609456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800" b="0" i="0" dirty="0">
                <a:solidFill>
                  <a:srgbClr val="FF0000"/>
                </a:solidFill>
                <a:effectLst/>
                <a:latin typeface="Inter"/>
              </a:rPr>
              <a:t>219, 821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F552AA4-214D-47C1-A1AA-EDE850C457D2}"/>
              </a:ext>
            </a:extLst>
          </p:cNvPr>
          <p:cNvSpPr txBox="1"/>
          <p:nvPr/>
        </p:nvSpPr>
        <p:spPr>
          <a:xfrm>
            <a:off x="5466959" y="3439974"/>
            <a:ext cx="609456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0" i="0" dirty="0">
                <a:solidFill>
                  <a:srgbClr val="FF0000"/>
                </a:solidFill>
                <a:effectLst/>
                <a:latin typeface="Inter"/>
              </a:rPr>
              <a:t>1225, 746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E0DDD3F-AAA5-4D5C-9575-69F10729846C}"/>
              </a:ext>
            </a:extLst>
          </p:cNvPr>
          <p:cNvSpPr txBox="1"/>
          <p:nvPr/>
        </p:nvSpPr>
        <p:spPr>
          <a:xfrm>
            <a:off x="5249016" y="3621833"/>
            <a:ext cx="70454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0" i="0" dirty="0">
                <a:solidFill>
                  <a:srgbClr val="FF0000"/>
                </a:solidFill>
                <a:effectLst/>
                <a:latin typeface="Inter"/>
              </a:rPr>
              <a:t>1225, 821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96AC64D-E10F-481E-B56E-50C48C70496C}"/>
              </a:ext>
            </a:extLst>
          </p:cNvPr>
          <p:cNvSpPr txBox="1"/>
          <p:nvPr/>
        </p:nvSpPr>
        <p:spPr>
          <a:xfrm>
            <a:off x="6358712" y="3426675"/>
            <a:ext cx="119691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0" i="0" dirty="0">
                <a:solidFill>
                  <a:srgbClr val="FF0000"/>
                </a:solidFill>
                <a:effectLst/>
                <a:latin typeface="Inter"/>
              </a:rPr>
              <a:t>1463, 746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2561583-66FD-4999-B883-3657E01033AA}"/>
              </a:ext>
            </a:extLst>
          </p:cNvPr>
          <p:cNvSpPr txBox="1"/>
          <p:nvPr/>
        </p:nvSpPr>
        <p:spPr>
          <a:xfrm>
            <a:off x="6366152" y="3596639"/>
            <a:ext cx="119691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0" i="0" dirty="0">
                <a:solidFill>
                  <a:srgbClr val="FF0000"/>
                </a:solidFill>
                <a:effectLst/>
                <a:latin typeface="Inter"/>
              </a:rPr>
              <a:t>1463, 821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E02FE9F-9308-49AD-BE99-4AAAAF940E94}"/>
              </a:ext>
            </a:extLst>
          </p:cNvPr>
          <p:cNvSpPr txBox="1"/>
          <p:nvPr/>
        </p:nvSpPr>
        <p:spPr>
          <a:xfrm>
            <a:off x="11317333" y="3244677"/>
            <a:ext cx="119691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0" i="0" dirty="0">
                <a:solidFill>
                  <a:srgbClr val="FF0000"/>
                </a:solidFill>
                <a:effectLst/>
                <a:latin typeface="Inter"/>
              </a:rPr>
              <a:t>2390, 746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260DA4F-D45C-4FBE-998F-5ABECA353F56}"/>
              </a:ext>
            </a:extLst>
          </p:cNvPr>
          <p:cNvSpPr txBox="1"/>
          <p:nvPr/>
        </p:nvSpPr>
        <p:spPr>
          <a:xfrm>
            <a:off x="11278513" y="3840812"/>
            <a:ext cx="12745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0" i="0" dirty="0">
                <a:solidFill>
                  <a:srgbClr val="FF0000"/>
                </a:solidFill>
                <a:effectLst/>
                <a:latin typeface="Inter"/>
              </a:rPr>
              <a:t>2390, 813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F4258CB-1C1A-4C34-90CF-672A16BAF43C}"/>
              </a:ext>
            </a:extLst>
          </p:cNvPr>
          <p:cNvSpPr txBox="1"/>
          <p:nvPr/>
        </p:nvSpPr>
        <p:spPr>
          <a:xfrm>
            <a:off x="5352536" y="2689557"/>
            <a:ext cx="119691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0" i="0" dirty="0">
                <a:solidFill>
                  <a:srgbClr val="FF0000"/>
                </a:solidFill>
                <a:effectLst/>
                <a:latin typeface="Inter"/>
              </a:rPr>
              <a:t>1250, 596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803B521-632D-4A44-90D7-B42D8CD31C9F}"/>
              </a:ext>
            </a:extLst>
          </p:cNvPr>
          <p:cNvSpPr txBox="1"/>
          <p:nvPr/>
        </p:nvSpPr>
        <p:spPr>
          <a:xfrm>
            <a:off x="6358712" y="2248469"/>
            <a:ext cx="11279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0" i="0" dirty="0">
                <a:solidFill>
                  <a:srgbClr val="FF0000"/>
                </a:solidFill>
                <a:effectLst/>
                <a:latin typeface="Inter"/>
              </a:rPr>
              <a:t>1450, 587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51470CF-B13C-4FC7-82ED-1D564ABFB4ED}"/>
              </a:ext>
            </a:extLst>
          </p:cNvPr>
          <p:cNvSpPr txBox="1"/>
          <p:nvPr/>
        </p:nvSpPr>
        <p:spPr>
          <a:xfrm>
            <a:off x="5376815" y="3895712"/>
            <a:ext cx="59587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0" i="0" dirty="0">
                <a:solidFill>
                  <a:srgbClr val="FF0000"/>
                </a:solidFill>
                <a:effectLst/>
                <a:latin typeface="Inter"/>
              </a:rPr>
              <a:t>1221, 884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CDEDE25-6E86-4046-BF64-A527C1A874BC}"/>
              </a:ext>
            </a:extLst>
          </p:cNvPr>
          <p:cNvSpPr txBox="1"/>
          <p:nvPr/>
        </p:nvSpPr>
        <p:spPr>
          <a:xfrm>
            <a:off x="5883081" y="3829406"/>
            <a:ext cx="671009" cy="214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0" i="0" dirty="0">
                <a:solidFill>
                  <a:srgbClr val="FF0000"/>
                </a:solidFill>
                <a:effectLst/>
                <a:latin typeface="Inter"/>
              </a:rPr>
              <a:t>1317, 892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405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5C57F4B-ADA3-405C-82A4-FC1FD439F9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9" t="30035" r="13437" b="34641"/>
          <a:stretch/>
        </p:blipFill>
        <p:spPr>
          <a:xfrm>
            <a:off x="277250" y="1500097"/>
            <a:ext cx="11444850" cy="3796706"/>
          </a:xfrm>
          <a:prstGeom prst="rect">
            <a:avLst/>
          </a:prstGeom>
        </p:spPr>
      </p:pic>
      <p:sp>
        <p:nvSpPr>
          <p:cNvPr id="80" name="직사각형 79">
            <a:extLst>
              <a:ext uri="{FF2B5EF4-FFF2-40B4-BE49-F238E27FC236}">
                <a16:creationId xmlns:a16="http://schemas.microsoft.com/office/drawing/2014/main" id="{E17A7600-3506-4762-B42B-7CDF43ED6D5A}"/>
              </a:ext>
            </a:extLst>
          </p:cNvPr>
          <p:cNvSpPr/>
          <p:nvPr/>
        </p:nvSpPr>
        <p:spPr>
          <a:xfrm>
            <a:off x="403099" y="1126209"/>
            <a:ext cx="4899804" cy="1466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46EB203-5618-4501-80EE-2110605E31BC}"/>
              </a:ext>
            </a:extLst>
          </p:cNvPr>
          <p:cNvSpPr/>
          <p:nvPr/>
        </p:nvSpPr>
        <p:spPr>
          <a:xfrm>
            <a:off x="6868541" y="1135087"/>
            <a:ext cx="4899804" cy="1466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C0CED821-E36E-4F34-8166-7DCA94E4F7B6}"/>
              </a:ext>
            </a:extLst>
          </p:cNvPr>
          <p:cNvSpPr/>
          <p:nvPr/>
        </p:nvSpPr>
        <p:spPr>
          <a:xfrm>
            <a:off x="3423722" y="1272354"/>
            <a:ext cx="4899804" cy="738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53A85E1-08B5-473C-AE29-EA7B762698A7}"/>
              </a:ext>
            </a:extLst>
          </p:cNvPr>
          <p:cNvSpPr/>
          <p:nvPr/>
        </p:nvSpPr>
        <p:spPr>
          <a:xfrm>
            <a:off x="618760" y="4720524"/>
            <a:ext cx="4743031" cy="738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500B0B11-BBFD-47FF-B154-39F3C2BB473C}"/>
              </a:ext>
            </a:extLst>
          </p:cNvPr>
          <p:cNvSpPr/>
          <p:nvPr/>
        </p:nvSpPr>
        <p:spPr>
          <a:xfrm>
            <a:off x="6506342" y="4714774"/>
            <a:ext cx="5391395" cy="738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DFD3E832-79DF-4482-B5AF-AA113ECB61A5}"/>
              </a:ext>
            </a:extLst>
          </p:cNvPr>
          <p:cNvSpPr/>
          <p:nvPr/>
        </p:nvSpPr>
        <p:spPr>
          <a:xfrm>
            <a:off x="2806990" y="4945291"/>
            <a:ext cx="5391395" cy="738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F06E5126-BFA3-4D87-B597-D1CC20C8796A}"/>
              </a:ext>
            </a:extLst>
          </p:cNvPr>
          <p:cNvSpPr/>
          <p:nvPr/>
        </p:nvSpPr>
        <p:spPr>
          <a:xfrm>
            <a:off x="121307" y="2511685"/>
            <a:ext cx="497453" cy="2433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F80B7E22-9B38-4791-BE75-0568503A47CA}"/>
              </a:ext>
            </a:extLst>
          </p:cNvPr>
          <p:cNvSpPr/>
          <p:nvPr/>
        </p:nvSpPr>
        <p:spPr>
          <a:xfrm>
            <a:off x="11232754" y="2261518"/>
            <a:ext cx="497453" cy="2433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133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7E9F345-6F74-4E8B-8ABB-4546C7C906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19" t="29074" r="21925" b="42037"/>
          <a:stretch/>
        </p:blipFill>
        <p:spPr>
          <a:xfrm>
            <a:off x="221315" y="1714500"/>
            <a:ext cx="11539904" cy="3429000"/>
          </a:xfrm>
          <a:prstGeom prst="rect">
            <a:avLst/>
          </a:prstGeom>
        </p:spPr>
      </p:pic>
      <p:sp>
        <p:nvSpPr>
          <p:cNvPr id="98" name="직사각형 97">
            <a:extLst>
              <a:ext uri="{FF2B5EF4-FFF2-40B4-BE49-F238E27FC236}">
                <a16:creationId xmlns:a16="http://schemas.microsoft.com/office/drawing/2014/main" id="{3CDCDCA4-BC3A-4559-A648-27D466D27ADB}"/>
              </a:ext>
            </a:extLst>
          </p:cNvPr>
          <p:cNvSpPr/>
          <p:nvPr/>
        </p:nvSpPr>
        <p:spPr>
          <a:xfrm>
            <a:off x="629728" y="824367"/>
            <a:ext cx="4899804" cy="1466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22CB00F-78BE-4718-96A8-464D48B4D988}"/>
              </a:ext>
            </a:extLst>
          </p:cNvPr>
          <p:cNvSpPr/>
          <p:nvPr/>
        </p:nvSpPr>
        <p:spPr>
          <a:xfrm>
            <a:off x="7095170" y="824367"/>
            <a:ext cx="4899804" cy="1466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600ADB22-FDA1-4C10-B659-491508F41F1D}"/>
              </a:ext>
            </a:extLst>
          </p:cNvPr>
          <p:cNvSpPr/>
          <p:nvPr/>
        </p:nvSpPr>
        <p:spPr>
          <a:xfrm>
            <a:off x="3650351" y="988268"/>
            <a:ext cx="4899804" cy="1302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0907F4BC-8E02-4676-9B8D-BF1175946703}"/>
              </a:ext>
            </a:extLst>
          </p:cNvPr>
          <p:cNvSpPr/>
          <p:nvPr/>
        </p:nvSpPr>
        <p:spPr>
          <a:xfrm>
            <a:off x="197025" y="4436438"/>
            <a:ext cx="5391395" cy="738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679B921A-6826-4DCB-830E-B0C6AAD60693}"/>
              </a:ext>
            </a:extLst>
          </p:cNvPr>
          <p:cNvSpPr/>
          <p:nvPr/>
        </p:nvSpPr>
        <p:spPr>
          <a:xfrm>
            <a:off x="6732971" y="4430688"/>
            <a:ext cx="5391395" cy="738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D760730B-72D6-44E0-A981-108E4BF71A44}"/>
              </a:ext>
            </a:extLst>
          </p:cNvPr>
          <p:cNvSpPr/>
          <p:nvPr/>
        </p:nvSpPr>
        <p:spPr>
          <a:xfrm>
            <a:off x="3033619" y="4661205"/>
            <a:ext cx="5391395" cy="738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715E217C-865B-4C1F-8873-F78554B88F41}"/>
              </a:ext>
            </a:extLst>
          </p:cNvPr>
          <p:cNvSpPr/>
          <p:nvPr/>
        </p:nvSpPr>
        <p:spPr>
          <a:xfrm>
            <a:off x="94268" y="2227599"/>
            <a:ext cx="802378" cy="2433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AF708164-8436-4D7D-AC8C-12BC14AEA3F9}"/>
              </a:ext>
            </a:extLst>
          </p:cNvPr>
          <p:cNvSpPr/>
          <p:nvPr/>
        </p:nvSpPr>
        <p:spPr>
          <a:xfrm>
            <a:off x="11301275" y="1977431"/>
            <a:ext cx="682196" cy="2589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284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36</Words>
  <Application>Microsoft Office PowerPoint</Application>
  <PresentationFormat>와이드스크린</PresentationFormat>
  <Paragraphs>12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Inter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다민 김</dc:creator>
  <cp:lastModifiedBy>다민 김</cp:lastModifiedBy>
  <cp:revision>6</cp:revision>
  <dcterms:created xsi:type="dcterms:W3CDTF">2025-11-27T02:13:04Z</dcterms:created>
  <dcterms:modified xsi:type="dcterms:W3CDTF">2025-12-01T09:26:12Z</dcterms:modified>
</cp:coreProperties>
</file>